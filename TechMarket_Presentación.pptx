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Lst>
  <p:notesMasterIdLst>
    <p:notesMasterId r:id="rId21"/>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448" autoAdjust="0"/>
  </p:normalViewPr>
  <p:slideViewPr>
    <p:cSldViewPr snapToGrid="0">
      <p:cViewPr varScale="1">
        <p:scale>
          <a:sx n="74" d="100"/>
          <a:sy n="74" d="100"/>
        </p:scale>
        <p:origin x="101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1800" b="0" strike="noStrike" spc="-1">
                <a:solidFill>
                  <a:schemeClr val="dk1"/>
                </a:solidFill>
                <a:latin typeface="Calibri"/>
              </a:rPr>
              <a:t>Click to move the slide</a:t>
            </a:r>
          </a:p>
        </p:txBody>
      </p:sp>
      <p:sp>
        <p:nvSpPr>
          <p:cNvPr id="7"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Click to edit the notes format</a:t>
            </a:r>
          </a:p>
        </p:txBody>
      </p:sp>
      <p:sp>
        <p:nvSpPr>
          <p:cNvPr id="8"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9" name="PlaceHolder 4"/>
          <p:cNvSpPr>
            <a:spLocks noGrp="1"/>
          </p:cNvSpPr>
          <p:nvPr>
            <p:ph type="dt" idx="2"/>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10" name="PlaceHolder 5"/>
          <p:cNvSpPr>
            <a:spLocks noGrp="1"/>
          </p:cNvSpPr>
          <p:nvPr>
            <p:ph type="ftr" idx="3"/>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11" name="PlaceHolder 6"/>
          <p:cNvSpPr>
            <a:spLocks noGrp="1"/>
          </p:cNvSpPr>
          <p:nvPr>
            <p:ph type="sldNum" idx="4"/>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AB314849-2AC9-4043-9151-8BD4EE90CBBA}" type="slidenum">
              <a:rPr lang="en-US" sz="1400" b="0" strike="noStrike" spc="-1">
                <a:solidFill>
                  <a:srgbClr val="000000"/>
                </a:solidFill>
                <a:latin typeface="Times New Roman"/>
              </a:rPr>
              <a:t>‹Nº›</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 name="PlaceHolder 1"/>
          <p:cNvSpPr>
            <a:spLocks noGrp="1" noRot="1" noChangeAspect="1"/>
          </p:cNvSpPr>
          <p:nvPr>
            <p:ph type="sldImg"/>
          </p:nvPr>
        </p:nvSpPr>
        <p:spPr>
          <a:xfrm>
            <a:off x="685800" y="1143000"/>
            <a:ext cx="5486040" cy="3085920"/>
          </a:xfrm>
          <a:prstGeom prst="rect">
            <a:avLst/>
          </a:prstGeom>
          <a:ln w="0">
            <a:noFill/>
          </a:ln>
        </p:spPr>
      </p:sp>
      <p:sp>
        <p:nvSpPr>
          <p:cNvPr id="70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n-US" sz="2000" b="0" strike="noStrike" spc="-1">
                <a:solidFill>
                  <a:srgbClr val="000000"/>
                </a:solidFill>
                <a:latin typeface="Arial"/>
              </a:rPr>
              <a:t>Buenas tardes. Somos el Equipo 5. Les contamos una historia: una tienda de tecnología necesita llevar el control de su catálogo, y nosotros construimos desde cero la lista dinámica que lo hace posible. Presentar a los cinco integrantes.</a:t>
            </a:r>
          </a:p>
        </p:txBody>
      </p:sp>
      <p:sp>
        <p:nvSpPr>
          <p:cNvPr id="703" name="PlaceHolder 3"/>
          <p:cNvSpPr>
            <a:spLocks noGrp="1"/>
          </p:cNvSpPr>
          <p:nvPr>
            <p:ph type="sldNum" idx="2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B29EE00A-73B5-446A-892E-01F4E444CC5A}" type="slidenum">
              <a:rPr lang="en-US" sz="1200" b="0" strike="noStrike" spc="-1">
                <a:solidFill>
                  <a:schemeClr val="dk1"/>
                </a:solidFill>
                <a:latin typeface="+mn-lt"/>
                <a:ea typeface="+mn-ea"/>
              </a:rPr>
              <a:t>1</a:t>
            </a:fld>
            <a:endParaRPr lang="en-US" sz="12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4" name="PlaceHolder 1"/>
          <p:cNvSpPr>
            <a:spLocks noGrp="1" noRot="1" noChangeAspect="1"/>
          </p:cNvSpPr>
          <p:nvPr>
            <p:ph type="sldImg"/>
          </p:nvPr>
        </p:nvSpPr>
        <p:spPr>
          <a:xfrm>
            <a:off x="685800" y="1143000"/>
            <a:ext cx="5486040" cy="3085920"/>
          </a:xfrm>
          <a:prstGeom prst="rect">
            <a:avLst/>
          </a:prstGeom>
          <a:ln w="0">
            <a:noFill/>
          </a:ln>
        </p:spPr>
      </p:sp>
      <p:sp>
        <p:nvSpPr>
          <p:cNvPr id="70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n-US" sz="2000" b="0" strike="noStrike" spc="-1">
                <a:solidFill>
                  <a:srgbClr val="000000"/>
                </a:solidFill>
                <a:latin typeface="Arial"/>
              </a:rPr>
              <a:t>TechMarket es una tienda en línea de productos informáticos que necesita un sistema para gestionar su catálogo. Cada producto tiene 4 datos: id, nombre, marca y precio. Los productos deben guardarse en una lista dinámica implementada desde cero. A la derecha están los datos de prueba del enunciado, que se usan en todo el proyecto.</a:t>
            </a:r>
          </a:p>
        </p:txBody>
      </p:sp>
      <p:sp>
        <p:nvSpPr>
          <p:cNvPr id="706" name="PlaceHolder 3"/>
          <p:cNvSpPr>
            <a:spLocks noGrp="1"/>
          </p:cNvSpPr>
          <p:nvPr>
            <p:ph type="sldNum" idx="2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0D50ED54-E673-4EE9-99B8-606F4153CFBE}" type="slidenum">
              <a:rPr lang="en-US" sz="1200" b="0" strike="noStrike" spc="-1">
                <a:solidFill>
                  <a:schemeClr val="dk1"/>
                </a:solidFill>
                <a:latin typeface="+mn-lt"/>
                <a:ea typeface="+mn-ea"/>
              </a:rPr>
              <a:t>2</a:t>
            </a:fld>
            <a:endParaRPr lang="en-US" sz="1200" b="0" strike="noStrike" spc="-1">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 name="PlaceHolder 1"/>
          <p:cNvSpPr>
            <a:spLocks noGrp="1" noRot="1" noChangeAspect="1"/>
          </p:cNvSpPr>
          <p:nvPr>
            <p:ph type="sldImg"/>
          </p:nvPr>
        </p:nvSpPr>
        <p:spPr>
          <a:xfrm>
            <a:off x="685800" y="1143000"/>
            <a:ext cx="5486040" cy="3085920"/>
          </a:xfrm>
          <a:prstGeom prst="rect">
            <a:avLst/>
          </a:prstGeom>
          <a:ln w="0">
            <a:noFill/>
          </a:ln>
        </p:spPr>
      </p:sp>
      <p:sp>
        <p:nvSpPr>
          <p:cNvPr id="70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n-US" sz="2000" b="0" strike="noStrike" spc="-1">
                <a:solidFill>
                  <a:srgbClr val="000000"/>
                </a:solidFill>
                <a:latin typeface="Arial"/>
              </a:rPr>
              <a:t>El sistema debe cumplir cinco requerimientos, que son las funcionalidades del enunciado, y además tienen una restricción mencionada anteriormente usar una la lista dinámica construida desde cero, sin usar el ArrayList de Java, para entender cómo funciona por dentro.</a:t>
            </a:r>
          </a:p>
        </p:txBody>
      </p:sp>
      <p:sp>
        <p:nvSpPr>
          <p:cNvPr id="709" name="PlaceHolder 3"/>
          <p:cNvSpPr>
            <a:spLocks noGrp="1"/>
          </p:cNvSpPr>
          <p:nvPr>
            <p:ph type="sldNum" idx="2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A97C7BFE-C29A-4174-96DF-14806F65D80D}" type="slidenum">
              <a:rPr lang="en-US" sz="1200" b="0" strike="noStrike" spc="-1">
                <a:solidFill>
                  <a:schemeClr val="dk1"/>
                </a:solidFill>
                <a:latin typeface="+mn-lt"/>
                <a:ea typeface="+mn-ea"/>
              </a:rPr>
              <a:t>3</a:t>
            </a:fld>
            <a:endParaRPr lang="en-US" sz="1200" b="0" strike="noStrike" spc="-1">
              <a:solidFill>
                <a:srgbClr val="000000"/>
              </a:solid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0" name="PlaceHolder 1"/>
          <p:cNvSpPr>
            <a:spLocks noGrp="1" noRot="1" noChangeAspect="1"/>
          </p:cNvSpPr>
          <p:nvPr>
            <p:ph type="sldImg"/>
          </p:nvPr>
        </p:nvSpPr>
        <p:spPr>
          <a:xfrm>
            <a:off x="685800" y="1143000"/>
            <a:ext cx="5486040" cy="3085920"/>
          </a:xfrm>
          <a:prstGeom prst="rect">
            <a:avLst/>
          </a:prstGeom>
          <a:ln w="0">
            <a:noFill/>
          </a:ln>
        </p:spPr>
      </p:sp>
      <p:sp>
        <p:nvSpPr>
          <p:cNvPr id="71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n-US" sz="2000" b="0" strike="noStrike" spc="-1">
                <a:solidFill>
                  <a:srgbClr val="000000"/>
                </a:solidFill>
                <a:latin typeface="Arial"/>
              </a:rPr>
              <a:t>Esta es la solución que proponemos: cinco clases, cada una con una sola responsabilidad. Este es el mapa del proyecto. Main muestra el menú y habla con el usuario. GestorTechMarket tiene la lógica y usa una ArrayList, que es nuestra lista dinámica. ArrayList cumple el contrato de la interfaz List, y lo que se guarda en ella son objetos Producto. Para explicarlo vamos de abajo hacia arriba: primero Producto, luego la lista, luego el gestor y al final Main.</a:t>
            </a:r>
          </a:p>
        </p:txBody>
      </p:sp>
      <p:sp>
        <p:nvSpPr>
          <p:cNvPr id="712" name="PlaceHolder 3"/>
          <p:cNvSpPr>
            <a:spLocks noGrp="1"/>
          </p:cNvSpPr>
          <p:nvPr>
            <p:ph type="sldNum" idx="2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90973D7F-F055-4F66-9E83-310A0F3C3A08}" type="slidenum">
              <a:rPr lang="en-US" sz="1200" b="0" strike="noStrike" spc="-1">
                <a:solidFill>
                  <a:schemeClr val="dk1"/>
                </a:solidFill>
                <a:latin typeface="+mn-lt"/>
                <a:ea typeface="+mn-ea"/>
              </a:rPr>
              <a:t>4</a:t>
            </a:fld>
            <a:endParaRPr lang="en-US" sz="1200" b="0" strike="noStrike" spc="-1">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3" name="PlaceHolder 1"/>
          <p:cNvSpPr>
            <a:spLocks noGrp="1" noRot="1" noChangeAspect="1"/>
          </p:cNvSpPr>
          <p:nvPr>
            <p:ph type="sldImg"/>
          </p:nvPr>
        </p:nvSpPr>
        <p:spPr>
          <a:xfrm>
            <a:off x="685800" y="1143000"/>
            <a:ext cx="5486040" cy="3085920"/>
          </a:xfrm>
          <a:prstGeom prst="rect">
            <a:avLst/>
          </a:prstGeom>
          <a:ln w="0">
            <a:noFill/>
          </a:ln>
        </p:spPr>
      </p:sp>
      <p:sp>
        <p:nvSpPr>
          <p:cNvPr id="71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r>
              <a:rPr lang="es-ES" sz="1200" b="0" kern="1200" dirty="0" smtClean="0">
                <a:solidFill>
                  <a:schemeClr val="tx1"/>
                </a:solidFill>
                <a:effectLst/>
                <a:latin typeface="+mn-lt"/>
                <a:ea typeface="+mn-ea"/>
                <a:cs typeface="+mn-cs"/>
              </a:rPr>
              <a:t>La clase producto la cual representa a un producto dentro del sistema</a:t>
            </a:r>
            <a:r>
              <a:rPr lang="es-ES" sz="1200" b="0" kern="1200" baseline="0" dirty="0" smtClean="0">
                <a:solidFill>
                  <a:schemeClr val="tx1"/>
                </a:solidFill>
                <a:effectLst/>
                <a:latin typeface="+mn-lt"/>
                <a:ea typeface="+mn-ea"/>
                <a:cs typeface="+mn-cs"/>
              </a:rPr>
              <a:t> donde cada uno de ellos</a:t>
            </a:r>
            <a:r>
              <a:rPr lang="es-ES" sz="1200" b="0" kern="1200" dirty="0" smtClean="0">
                <a:solidFill>
                  <a:schemeClr val="tx1"/>
                </a:solidFill>
                <a:effectLst/>
                <a:latin typeface="+mn-lt"/>
                <a:ea typeface="+mn-ea"/>
                <a:cs typeface="+mn-cs"/>
              </a:rPr>
              <a:t> tiene cuatro atributos: </a:t>
            </a:r>
            <a:r>
              <a:rPr lang="es-ES" sz="1200" b="1" kern="1200" dirty="0" smtClean="0">
                <a:solidFill>
                  <a:schemeClr val="tx1"/>
                </a:solidFill>
                <a:effectLst/>
                <a:latin typeface="+mn-lt"/>
                <a:ea typeface="+mn-ea"/>
                <a:cs typeface="+mn-cs"/>
              </a:rPr>
              <a:t>**ID**</a:t>
            </a:r>
            <a:r>
              <a:rPr lang="es-ES" sz="1200" b="0" kern="1200" dirty="0" smtClean="0">
                <a:solidFill>
                  <a:schemeClr val="tx1"/>
                </a:solidFill>
                <a:effectLst/>
                <a:latin typeface="+mn-lt"/>
                <a:ea typeface="+mn-ea"/>
                <a:cs typeface="+mn-cs"/>
              </a:rPr>
              <a:t>, </a:t>
            </a:r>
            <a:r>
              <a:rPr lang="es-ES" sz="1200" b="1" kern="1200" dirty="0" smtClean="0">
                <a:solidFill>
                  <a:schemeClr val="tx1"/>
                </a:solidFill>
                <a:effectLst/>
                <a:latin typeface="+mn-lt"/>
                <a:ea typeface="+mn-ea"/>
                <a:cs typeface="+mn-cs"/>
              </a:rPr>
              <a:t>**nombre**</a:t>
            </a:r>
            <a:r>
              <a:rPr lang="es-ES" sz="1200" b="0" kern="1200" dirty="0" smtClean="0">
                <a:solidFill>
                  <a:schemeClr val="tx1"/>
                </a:solidFill>
                <a:effectLst/>
                <a:latin typeface="+mn-lt"/>
                <a:ea typeface="+mn-ea"/>
                <a:cs typeface="+mn-cs"/>
              </a:rPr>
              <a:t>, </a:t>
            </a:r>
            <a:r>
              <a:rPr lang="es-ES" sz="1200" b="1" kern="1200" dirty="0" smtClean="0">
                <a:solidFill>
                  <a:schemeClr val="tx1"/>
                </a:solidFill>
                <a:effectLst/>
                <a:latin typeface="+mn-lt"/>
                <a:ea typeface="+mn-ea"/>
                <a:cs typeface="+mn-cs"/>
              </a:rPr>
              <a:t>**marca**</a:t>
            </a:r>
            <a:r>
              <a:rPr lang="es-ES" sz="1200" b="0" kern="1200" dirty="0" smtClean="0">
                <a:solidFill>
                  <a:schemeClr val="tx1"/>
                </a:solidFill>
                <a:effectLst/>
                <a:latin typeface="+mn-lt"/>
                <a:ea typeface="+mn-ea"/>
                <a:cs typeface="+mn-cs"/>
              </a:rPr>
              <a:t> y </a:t>
            </a:r>
            <a:r>
              <a:rPr lang="es-ES" sz="1200" b="1" kern="1200" dirty="0" smtClean="0">
                <a:solidFill>
                  <a:schemeClr val="tx1"/>
                </a:solidFill>
                <a:effectLst/>
                <a:latin typeface="+mn-lt"/>
                <a:ea typeface="+mn-ea"/>
                <a:cs typeface="+mn-cs"/>
              </a:rPr>
              <a:t>**precio**</a:t>
            </a:r>
            <a:r>
              <a:rPr lang="es-ES" sz="1200" b="0" kern="1200" dirty="0" smtClean="0">
                <a:solidFill>
                  <a:schemeClr val="tx1"/>
                </a:solidFill>
                <a:effectLst/>
                <a:latin typeface="+mn-lt"/>
                <a:ea typeface="+mn-ea"/>
                <a:cs typeface="+mn-cs"/>
              </a:rPr>
              <a:t>.</a:t>
            </a:r>
            <a:br>
              <a:rPr lang="es-ES" sz="1200" b="0" kern="1200" dirty="0" smtClean="0">
                <a:solidFill>
                  <a:schemeClr val="tx1"/>
                </a:solidFill>
                <a:effectLst/>
                <a:latin typeface="+mn-lt"/>
                <a:ea typeface="+mn-ea"/>
                <a:cs typeface="+mn-cs"/>
              </a:rPr>
            </a:br>
            <a:r>
              <a:rPr lang="es-ES" sz="1200" b="0" kern="1200" dirty="0" smtClean="0">
                <a:solidFill>
                  <a:schemeClr val="tx1"/>
                </a:solidFill>
                <a:effectLst/>
                <a:latin typeface="+mn-lt"/>
                <a:ea typeface="+mn-ea"/>
                <a:cs typeface="+mn-cs"/>
              </a:rPr>
              <a:t>Esta clase cuenta</a:t>
            </a:r>
            <a:r>
              <a:rPr lang="es-ES" sz="1200" b="0" kern="1200" baseline="0" dirty="0" smtClean="0">
                <a:solidFill>
                  <a:schemeClr val="tx1"/>
                </a:solidFill>
                <a:effectLst/>
                <a:latin typeface="+mn-lt"/>
                <a:ea typeface="+mn-ea"/>
                <a:cs typeface="+mn-cs"/>
              </a:rPr>
              <a:t> con</a:t>
            </a:r>
            <a:r>
              <a:rPr lang="es-ES" sz="1200" b="0" kern="1200" dirty="0" smtClean="0">
                <a:solidFill>
                  <a:schemeClr val="tx1"/>
                </a:solidFill>
                <a:effectLst/>
                <a:latin typeface="+mn-lt"/>
                <a:ea typeface="+mn-ea"/>
                <a:cs typeface="+mn-cs"/>
              </a:rPr>
              <a:t> métodos para obtener cada uno de estos datos (`</a:t>
            </a:r>
            <a:r>
              <a:rPr lang="es-ES" sz="1200" b="0" kern="1200" dirty="0" err="1" smtClean="0">
                <a:solidFill>
                  <a:schemeClr val="tx1"/>
                </a:solidFill>
                <a:effectLst/>
                <a:latin typeface="+mn-lt"/>
                <a:ea typeface="+mn-ea"/>
                <a:cs typeface="+mn-cs"/>
              </a:rPr>
              <a:t>getId</a:t>
            </a:r>
            <a:r>
              <a:rPr lang="es-ES" sz="1200" b="0" kern="1200" dirty="0" smtClean="0">
                <a:solidFill>
                  <a:schemeClr val="tx1"/>
                </a:solidFill>
                <a:effectLst/>
                <a:latin typeface="+mn-lt"/>
                <a:ea typeface="+mn-ea"/>
                <a:cs typeface="+mn-cs"/>
              </a:rPr>
              <a:t>`, `</a:t>
            </a:r>
            <a:r>
              <a:rPr lang="es-ES" sz="1200" b="0" kern="1200" dirty="0" err="1" smtClean="0">
                <a:solidFill>
                  <a:schemeClr val="tx1"/>
                </a:solidFill>
                <a:effectLst/>
                <a:latin typeface="+mn-lt"/>
                <a:ea typeface="+mn-ea"/>
                <a:cs typeface="+mn-cs"/>
              </a:rPr>
              <a:t>getNombre</a:t>
            </a:r>
            <a:r>
              <a:rPr lang="es-ES" sz="1200" b="0" kern="1200" dirty="0" smtClean="0">
                <a:solidFill>
                  <a:schemeClr val="tx1"/>
                </a:solidFill>
                <a:effectLst/>
                <a:latin typeface="+mn-lt"/>
                <a:ea typeface="+mn-ea"/>
                <a:cs typeface="+mn-cs"/>
              </a:rPr>
              <a:t>`, `</a:t>
            </a:r>
            <a:r>
              <a:rPr lang="es-ES" sz="1200" b="0" kern="1200" dirty="0" err="1" smtClean="0">
                <a:solidFill>
                  <a:schemeClr val="tx1"/>
                </a:solidFill>
                <a:effectLst/>
                <a:latin typeface="+mn-lt"/>
                <a:ea typeface="+mn-ea"/>
                <a:cs typeface="+mn-cs"/>
              </a:rPr>
              <a:t>getMarca</a:t>
            </a:r>
            <a:r>
              <a:rPr lang="es-ES" sz="1200" b="0" kern="1200" dirty="0" smtClean="0">
                <a:solidFill>
                  <a:schemeClr val="tx1"/>
                </a:solidFill>
                <a:effectLst/>
                <a:latin typeface="+mn-lt"/>
                <a:ea typeface="+mn-ea"/>
                <a:cs typeface="+mn-cs"/>
              </a:rPr>
              <a:t>`, `</a:t>
            </a:r>
            <a:r>
              <a:rPr lang="es-ES" sz="1200" b="0" kern="1200" dirty="0" err="1" smtClean="0">
                <a:solidFill>
                  <a:schemeClr val="tx1"/>
                </a:solidFill>
                <a:effectLst/>
                <a:latin typeface="+mn-lt"/>
                <a:ea typeface="+mn-ea"/>
                <a:cs typeface="+mn-cs"/>
              </a:rPr>
              <a:t>getPrecio</a:t>
            </a:r>
            <a:r>
              <a:rPr lang="es-ES" sz="1200" b="0" kern="1200" dirty="0" smtClean="0">
                <a:solidFill>
                  <a:schemeClr val="tx1"/>
                </a:solidFill>
                <a:effectLst/>
                <a:latin typeface="+mn-lt"/>
                <a:ea typeface="+mn-ea"/>
                <a:cs typeface="+mn-cs"/>
              </a:rPr>
              <a:t>`) y un método para actualizar el precio (`</a:t>
            </a:r>
            <a:r>
              <a:rPr lang="es-ES" sz="1200" b="0" kern="1200" dirty="0" err="1" smtClean="0">
                <a:solidFill>
                  <a:schemeClr val="tx1"/>
                </a:solidFill>
                <a:effectLst/>
                <a:latin typeface="+mn-lt"/>
                <a:ea typeface="+mn-ea"/>
                <a:cs typeface="+mn-cs"/>
              </a:rPr>
              <a:t>setPrecio</a:t>
            </a:r>
            <a:r>
              <a:rPr lang="es-ES" sz="1200" b="0" kern="1200" dirty="0" smtClean="0">
                <a:solidFill>
                  <a:schemeClr val="tx1"/>
                </a:solidFill>
                <a:effectLst/>
                <a:latin typeface="+mn-lt"/>
                <a:ea typeface="+mn-ea"/>
                <a:cs typeface="+mn-cs"/>
              </a:rPr>
              <a:t>`). También tiene un `</a:t>
            </a:r>
            <a:r>
              <a:rPr lang="es-ES" sz="1200" b="0" kern="1200" dirty="0" err="1" smtClean="0">
                <a:solidFill>
                  <a:schemeClr val="tx1"/>
                </a:solidFill>
                <a:effectLst/>
                <a:latin typeface="+mn-lt"/>
                <a:ea typeface="+mn-ea"/>
                <a:cs typeface="+mn-cs"/>
              </a:rPr>
              <a:t>toString</a:t>
            </a:r>
            <a:r>
              <a:rPr lang="es-ES" sz="1200" b="0" kern="1200" dirty="0" smtClean="0">
                <a:solidFill>
                  <a:schemeClr val="tx1"/>
                </a:solidFill>
                <a:effectLst/>
                <a:latin typeface="+mn-lt"/>
                <a:ea typeface="+mn-ea"/>
                <a:cs typeface="+mn-cs"/>
              </a:rPr>
              <a:t>()` que muestra la información del producto de forma legible.</a:t>
            </a:r>
            <a:endParaRPr lang="es-ES" sz="1200" b="0" kern="1200" dirty="0">
              <a:solidFill>
                <a:schemeClr val="tx1"/>
              </a:solidFill>
              <a:effectLst/>
              <a:latin typeface="+mn-lt"/>
              <a:ea typeface="+mn-ea"/>
              <a:cs typeface="+mn-cs"/>
            </a:endParaRPr>
          </a:p>
        </p:txBody>
      </p:sp>
      <p:sp>
        <p:nvSpPr>
          <p:cNvPr id="715" name="PlaceHolder 3"/>
          <p:cNvSpPr>
            <a:spLocks noGrp="1"/>
          </p:cNvSpPr>
          <p:nvPr>
            <p:ph type="sldNum" idx="2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4DDC4AD3-B9FB-495C-A86F-94DF541E8E7F}" type="slidenum">
              <a:rPr lang="en-US" sz="1200" b="0" strike="noStrike" spc="-1">
                <a:solidFill>
                  <a:schemeClr val="dk1"/>
                </a:solidFill>
                <a:latin typeface="+mn-lt"/>
                <a:ea typeface="+mn-ea"/>
              </a:rPr>
              <a:t>5</a:t>
            </a:fld>
            <a:endParaRPr lang="en-US" sz="1200" b="0" strike="noStrike" spc="-1">
              <a:solidFill>
                <a:srgbClr val="000000"/>
              </a:solid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 name="PlaceHolder 1"/>
          <p:cNvSpPr>
            <a:spLocks noGrp="1" noRot="1" noChangeAspect="1"/>
          </p:cNvSpPr>
          <p:nvPr>
            <p:ph type="sldImg"/>
          </p:nvPr>
        </p:nvSpPr>
        <p:spPr>
          <a:xfrm>
            <a:off x="685800" y="1143000"/>
            <a:ext cx="5486400" cy="3086100"/>
          </a:xfrm>
          <a:prstGeom prst="rect">
            <a:avLst/>
          </a:prstGeom>
          <a:ln w="0">
            <a:noFill/>
          </a:ln>
        </p:spPr>
      </p:sp>
      <p:sp>
        <p:nvSpPr>
          <p:cNvPr id="71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marR="0" indent="0" algn="l" defTabSz="914400" rtl="0" eaLnBrk="1" fontAlgn="auto" latinLnBrk="0" hangingPunct="1">
              <a:lnSpc>
                <a:spcPct val="100000"/>
              </a:lnSpc>
              <a:spcBef>
                <a:spcPts val="0"/>
              </a:spcBef>
              <a:spcAft>
                <a:spcPts val="0"/>
              </a:spcAft>
              <a:buClrTx/>
              <a:buSzTx/>
              <a:buFontTx/>
              <a:buNone/>
              <a:tabLst>
                <a:tab pos="0" algn="l"/>
              </a:tabLst>
              <a:defRPr/>
            </a:pPr>
            <a:r>
              <a:rPr lang="es-ES" sz="1200" b="0" kern="1200" dirty="0" smtClean="0">
                <a:solidFill>
                  <a:schemeClr val="tx1"/>
                </a:solidFill>
                <a:effectLst/>
                <a:latin typeface="+mn-lt"/>
                <a:ea typeface="+mn-ea"/>
                <a:cs typeface="+mn-cs"/>
              </a:rPr>
              <a:t>Tenemos</a:t>
            </a:r>
            <a:r>
              <a:rPr lang="es-ES" sz="1200" b="0" kern="1200" baseline="0" dirty="0" smtClean="0">
                <a:solidFill>
                  <a:schemeClr val="tx1"/>
                </a:solidFill>
                <a:effectLst/>
                <a:latin typeface="+mn-lt"/>
                <a:ea typeface="+mn-ea"/>
                <a:cs typeface="+mn-cs"/>
              </a:rPr>
              <a:t> también la interfaz </a:t>
            </a:r>
            <a:r>
              <a:rPr lang="es-ES" sz="1200" b="0" kern="1200" baseline="0" dirty="0" err="1" smtClean="0">
                <a:solidFill>
                  <a:schemeClr val="tx1"/>
                </a:solidFill>
                <a:effectLst/>
                <a:latin typeface="+mn-lt"/>
                <a:ea typeface="+mn-ea"/>
                <a:cs typeface="+mn-cs"/>
              </a:rPr>
              <a:t>List</a:t>
            </a:r>
            <a:r>
              <a:rPr lang="es-ES" sz="1200" b="0" kern="1200" baseline="0" dirty="0" smtClean="0">
                <a:solidFill>
                  <a:schemeClr val="tx1"/>
                </a:solidFill>
                <a:effectLst/>
                <a:latin typeface="+mn-lt"/>
                <a:ea typeface="+mn-ea"/>
                <a:cs typeface="+mn-cs"/>
              </a:rPr>
              <a:t> la cual define</a:t>
            </a:r>
            <a:r>
              <a:rPr lang="es-ES" sz="1200" b="0" kern="1200" dirty="0" smtClean="0">
                <a:solidFill>
                  <a:schemeClr val="tx1"/>
                </a:solidFill>
                <a:effectLst/>
                <a:latin typeface="+mn-lt"/>
                <a:ea typeface="+mn-ea"/>
                <a:cs typeface="+mn-cs"/>
              </a:rPr>
              <a:t> el contrato que debe cumplir cualquier implementación de lista.</a:t>
            </a:r>
            <a:r>
              <a:rPr lang="es-ES" sz="1200" b="0" kern="1200" baseline="0" dirty="0" smtClean="0">
                <a:solidFill>
                  <a:schemeClr val="tx1"/>
                </a:solidFill>
                <a:effectLst/>
                <a:latin typeface="+mn-lt"/>
                <a:ea typeface="+mn-ea"/>
                <a:cs typeface="+mn-cs"/>
              </a:rPr>
              <a:t> Esta cuenta con</a:t>
            </a:r>
            <a:r>
              <a:rPr lang="en-US" sz="2000" b="0" strike="noStrike" spc="-1" dirty="0" smtClean="0">
                <a:solidFill>
                  <a:srgbClr val="000000"/>
                </a:solidFill>
                <a:latin typeface="Arial"/>
              </a:rPr>
              <a:t> </a:t>
            </a:r>
            <a:r>
              <a:rPr lang="en-US" sz="2000" b="0" strike="noStrike" spc="-1" dirty="0" err="1">
                <a:solidFill>
                  <a:srgbClr val="000000"/>
                </a:solidFill>
                <a:latin typeface="Arial"/>
              </a:rPr>
              <a:t>siete</a:t>
            </a:r>
            <a:r>
              <a:rPr lang="en-US" sz="2000" b="0" strike="noStrike" spc="-1" dirty="0">
                <a:solidFill>
                  <a:srgbClr val="000000"/>
                </a:solidFill>
                <a:latin typeface="Arial"/>
              </a:rPr>
              <a:t> </a:t>
            </a:r>
            <a:r>
              <a:rPr lang="en-US" sz="2000" b="0" strike="noStrike" spc="-1" dirty="0" err="1" smtClean="0">
                <a:solidFill>
                  <a:srgbClr val="000000"/>
                </a:solidFill>
                <a:latin typeface="Arial"/>
              </a:rPr>
              <a:t>métodos</a:t>
            </a:r>
            <a:r>
              <a:rPr lang="en-US" sz="2000" b="0" strike="noStrike" spc="-1" dirty="0">
                <a:solidFill>
                  <a:srgbClr val="000000"/>
                </a:solidFill>
                <a:latin typeface="Arial"/>
              </a:rPr>
              <a:t>,</a:t>
            </a:r>
            <a:r>
              <a:rPr lang="en-US" sz="2000" b="0" strike="noStrike" spc="-1" dirty="0" smtClean="0">
                <a:solidFill>
                  <a:srgbClr val="000000"/>
                </a:solidFill>
                <a:latin typeface="Arial"/>
              </a:rPr>
              <a:t> </a:t>
            </a:r>
            <a:r>
              <a:rPr lang="en-US" sz="2000" b="0" strike="noStrike" spc="-1" dirty="0" err="1">
                <a:solidFill>
                  <a:srgbClr val="000000"/>
                </a:solidFill>
                <a:latin typeface="Arial"/>
              </a:rPr>
              <a:t>e</a:t>
            </a:r>
            <a:r>
              <a:rPr lang="en-US" sz="2000" b="0" strike="noStrike" spc="-1" dirty="0" err="1" smtClean="0">
                <a:solidFill>
                  <a:srgbClr val="000000"/>
                </a:solidFill>
                <a:latin typeface="Arial"/>
              </a:rPr>
              <a:t>n</a:t>
            </a:r>
            <a:r>
              <a:rPr lang="en-US" sz="2000" b="0" strike="noStrike" spc="-1" dirty="0" smtClean="0">
                <a:solidFill>
                  <a:srgbClr val="000000"/>
                </a:solidFill>
                <a:latin typeface="Arial"/>
              </a:rPr>
              <a:t> </a:t>
            </a:r>
            <a:r>
              <a:rPr lang="en-US" sz="2000" b="0" strike="noStrike" spc="-1" dirty="0" err="1">
                <a:solidFill>
                  <a:srgbClr val="000000"/>
                </a:solidFill>
                <a:latin typeface="Arial"/>
              </a:rPr>
              <a:t>nuestro</a:t>
            </a:r>
            <a:r>
              <a:rPr lang="en-US" sz="2000" b="0" strike="noStrike" spc="-1" dirty="0">
                <a:solidFill>
                  <a:srgbClr val="000000"/>
                </a:solidFill>
                <a:latin typeface="Arial"/>
              </a:rPr>
              <a:t> </a:t>
            </a:r>
            <a:r>
              <a:rPr lang="en-US" sz="2000" b="0" strike="noStrike" spc="-1" dirty="0" err="1">
                <a:solidFill>
                  <a:srgbClr val="000000"/>
                </a:solidFill>
                <a:latin typeface="Arial"/>
              </a:rPr>
              <a:t>programa</a:t>
            </a:r>
            <a:r>
              <a:rPr lang="en-US" sz="2000" b="0" strike="noStrike" spc="-1" dirty="0">
                <a:solidFill>
                  <a:srgbClr val="000000"/>
                </a:solidFill>
                <a:latin typeface="Arial"/>
              </a:rPr>
              <a:t> </a:t>
            </a:r>
            <a:r>
              <a:rPr lang="en-US" sz="2000" b="0" strike="noStrike" spc="-1" dirty="0" err="1" smtClean="0">
                <a:solidFill>
                  <a:srgbClr val="000000"/>
                </a:solidFill>
                <a:latin typeface="Arial"/>
              </a:rPr>
              <a:t>solamente</a:t>
            </a:r>
            <a:r>
              <a:rPr lang="en-US" sz="2000" b="0" strike="noStrike" spc="-1" baseline="0" dirty="0" smtClean="0">
                <a:solidFill>
                  <a:srgbClr val="000000"/>
                </a:solidFill>
                <a:latin typeface="Arial"/>
              </a:rPr>
              <a:t> </a:t>
            </a:r>
            <a:r>
              <a:rPr lang="en-US" sz="2000" b="0" strike="noStrike" spc="-1" baseline="0" dirty="0" err="1" smtClean="0">
                <a:solidFill>
                  <a:srgbClr val="000000"/>
                </a:solidFill>
                <a:latin typeface="Arial"/>
              </a:rPr>
              <a:t>utilizamos</a:t>
            </a:r>
            <a:r>
              <a:rPr lang="en-US" sz="2000" b="0" strike="noStrike" spc="-1" dirty="0" smtClean="0">
                <a:solidFill>
                  <a:srgbClr val="000000"/>
                </a:solidFill>
                <a:latin typeface="Arial"/>
              </a:rPr>
              <a:t> </a:t>
            </a:r>
            <a:r>
              <a:rPr lang="en-US" sz="2000" b="0" strike="noStrike" spc="-1" dirty="0" err="1">
                <a:solidFill>
                  <a:srgbClr val="000000"/>
                </a:solidFill>
                <a:latin typeface="Arial"/>
              </a:rPr>
              <a:t>cuatro</a:t>
            </a:r>
            <a:r>
              <a:rPr lang="en-US" sz="2000" b="0" strike="noStrike" spc="-1" dirty="0">
                <a:solidFill>
                  <a:srgbClr val="000000"/>
                </a:solidFill>
                <a:latin typeface="Arial"/>
              </a:rPr>
              <a:t>: add, get, size e </a:t>
            </a:r>
            <a:r>
              <a:rPr lang="en-US" sz="2000" b="0" strike="noStrike" spc="-1" dirty="0" err="1" smtClean="0">
                <a:solidFill>
                  <a:srgbClr val="000000"/>
                </a:solidFill>
                <a:latin typeface="Arial"/>
              </a:rPr>
              <a:t>isEmpty</a:t>
            </a:r>
            <a:r>
              <a:rPr lang="en-US" sz="2000" b="0" strike="noStrike" spc="-1" baseline="0" dirty="0" smtClean="0">
                <a:solidFill>
                  <a:srgbClr val="000000"/>
                </a:solidFill>
                <a:latin typeface="Arial"/>
              </a:rPr>
              <a:t> y </a:t>
            </a:r>
            <a:r>
              <a:rPr lang="en-US" sz="2000" b="0" strike="noStrike" spc="-1" baseline="0" dirty="0" err="1" smtClean="0">
                <a:solidFill>
                  <a:srgbClr val="000000"/>
                </a:solidFill>
                <a:latin typeface="Arial"/>
              </a:rPr>
              <a:t>l</a:t>
            </a:r>
            <a:r>
              <a:rPr lang="en-US" sz="2000" b="0" strike="noStrike" spc="-1" dirty="0" err="1" smtClean="0">
                <a:solidFill>
                  <a:srgbClr val="000000"/>
                </a:solidFill>
                <a:latin typeface="Arial"/>
              </a:rPr>
              <a:t>os</a:t>
            </a:r>
            <a:r>
              <a:rPr lang="en-US" sz="2000" b="0" strike="noStrike" spc="-1" dirty="0" smtClean="0">
                <a:solidFill>
                  <a:srgbClr val="000000"/>
                </a:solidFill>
                <a:latin typeface="Arial"/>
              </a:rPr>
              <a:t> </a:t>
            </a:r>
            <a:r>
              <a:rPr lang="en-US" sz="2000" b="0" strike="noStrike" spc="-1" dirty="0" err="1">
                <a:solidFill>
                  <a:srgbClr val="000000"/>
                </a:solidFill>
                <a:latin typeface="Arial"/>
              </a:rPr>
              <a:t>otros</a:t>
            </a:r>
            <a:r>
              <a:rPr lang="en-US" sz="2000" b="0" strike="noStrike" spc="-1" dirty="0">
                <a:solidFill>
                  <a:srgbClr val="000000"/>
                </a:solidFill>
                <a:latin typeface="Arial"/>
              </a:rPr>
              <a:t> </a:t>
            </a:r>
            <a:r>
              <a:rPr lang="en-US" sz="2000" b="0" strike="noStrike" spc="-1" dirty="0" err="1">
                <a:solidFill>
                  <a:srgbClr val="000000"/>
                </a:solidFill>
                <a:latin typeface="Arial"/>
              </a:rPr>
              <a:t>tres</a:t>
            </a:r>
            <a:r>
              <a:rPr lang="en-US" sz="2000" b="0" strike="noStrike" spc="-1" dirty="0">
                <a:solidFill>
                  <a:srgbClr val="000000"/>
                </a:solidFill>
                <a:latin typeface="Arial"/>
              </a:rPr>
              <a:t>, add con </a:t>
            </a:r>
            <a:r>
              <a:rPr lang="en-US" sz="2000" b="0" strike="noStrike" spc="-1" dirty="0" err="1">
                <a:solidFill>
                  <a:srgbClr val="000000"/>
                </a:solidFill>
                <a:latin typeface="Arial"/>
              </a:rPr>
              <a:t>posición</a:t>
            </a:r>
            <a:r>
              <a:rPr lang="en-US" sz="2000" b="0" strike="noStrike" spc="-1" dirty="0">
                <a:solidFill>
                  <a:srgbClr val="000000"/>
                </a:solidFill>
                <a:latin typeface="Arial"/>
              </a:rPr>
              <a:t>, remove y clear, </a:t>
            </a:r>
            <a:r>
              <a:rPr lang="en-US" sz="2000" b="0" strike="noStrike" spc="-1" dirty="0" err="1">
                <a:solidFill>
                  <a:srgbClr val="000000"/>
                </a:solidFill>
                <a:latin typeface="Arial"/>
              </a:rPr>
              <a:t>forman</a:t>
            </a:r>
            <a:r>
              <a:rPr lang="en-US" sz="2000" b="0" strike="noStrike" spc="-1" dirty="0">
                <a:solidFill>
                  <a:srgbClr val="000000"/>
                </a:solidFill>
                <a:latin typeface="Arial"/>
              </a:rPr>
              <a:t> parte del </a:t>
            </a:r>
            <a:r>
              <a:rPr lang="en-US" sz="2000" b="0" strike="noStrike" spc="-1" dirty="0" err="1">
                <a:solidFill>
                  <a:srgbClr val="000000"/>
                </a:solidFill>
                <a:latin typeface="Arial"/>
              </a:rPr>
              <a:t>contrato</a:t>
            </a:r>
            <a:r>
              <a:rPr lang="en-US" sz="2000" b="0" strike="noStrike" spc="-1" dirty="0">
                <a:solidFill>
                  <a:srgbClr val="000000"/>
                </a:solidFill>
                <a:latin typeface="Arial"/>
              </a:rPr>
              <a:t> de </a:t>
            </a:r>
            <a:r>
              <a:rPr lang="en-US" sz="2000" b="0" strike="noStrike" spc="-1" dirty="0" err="1">
                <a:solidFill>
                  <a:srgbClr val="000000"/>
                </a:solidFill>
                <a:latin typeface="Arial"/>
              </a:rPr>
              <a:t>una</a:t>
            </a:r>
            <a:r>
              <a:rPr lang="en-US" sz="2000" b="0" strike="noStrike" spc="-1" dirty="0">
                <a:solidFill>
                  <a:srgbClr val="000000"/>
                </a:solidFill>
                <a:latin typeface="Arial"/>
              </a:rPr>
              <a:t> </a:t>
            </a:r>
            <a:r>
              <a:rPr lang="en-US" sz="2000" b="0" strike="noStrike" spc="-1" dirty="0" err="1">
                <a:solidFill>
                  <a:srgbClr val="000000"/>
                </a:solidFill>
                <a:latin typeface="Arial"/>
              </a:rPr>
              <a:t>lista</a:t>
            </a:r>
            <a:r>
              <a:rPr lang="en-US" sz="2000" b="0" strike="noStrike" spc="-1" dirty="0">
                <a:solidFill>
                  <a:srgbClr val="000000"/>
                </a:solidFill>
                <a:latin typeface="Arial"/>
              </a:rPr>
              <a:t> </a:t>
            </a:r>
            <a:r>
              <a:rPr lang="en-US" sz="2000" b="0" strike="noStrike" spc="-1" dirty="0" err="1">
                <a:solidFill>
                  <a:srgbClr val="000000"/>
                </a:solidFill>
                <a:latin typeface="Arial"/>
              </a:rPr>
              <a:t>completa</a:t>
            </a:r>
            <a:r>
              <a:rPr lang="en-US" sz="2000" b="0" strike="noStrike" spc="-1" dirty="0">
                <a:solidFill>
                  <a:srgbClr val="000000"/>
                </a:solidFill>
                <a:latin typeface="Arial"/>
              </a:rPr>
              <a:t>, </a:t>
            </a:r>
            <a:r>
              <a:rPr lang="en-US" sz="2000" b="0" strike="noStrike" spc="-1" dirty="0" err="1" smtClean="0">
                <a:solidFill>
                  <a:srgbClr val="000000"/>
                </a:solidFill>
                <a:latin typeface="Arial"/>
              </a:rPr>
              <a:t>pero</a:t>
            </a:r>
            <a:r>
              <a:rPr lang="en-US" sz="2000" b="0" strike="noStrike" spc="-1" dirty="0" smtClean="0">
                <a:solidFill>
                  <a:srgbClr val="000000"/>
                </a:solidFill>
                <a:latin typeface="Arial"/>
              </a:rPr>
              <a:t> </a:t>
            </a:r>
            <a:r>
              <a:rPr lang="en-US" sz="2000" b="0" strike="noStrike" spc="-1" dirty="0" err="1" smtClean="0">
                <a:solidFill>
                  <a:srgbClr val="000000"/>
                </a:solidFill>
                <a:latin typeface="Arial"/>
              </a:rPr>
              <a:t>en</a:t>
            </a:r>
            <a:r>
              <a:rPr lang="en-US" sz="2000" b="0" strike="noStrike" spc="-1" dirty="0" smtClean="0">
                <a:solidFill>
                  <a:srgbClr val="000000"/>
                </a:solidFill>
                <a:latin typeface="Arial"/>
              </a:rPr>
              <a:t> </a:t>
            </a:r>
            <a:r>
              <a:rPr lang="en-US" sz="2000" b="0" strike="noStrike" spc="-1" dirty="0" err="1">
                <a:solidFill>
                  <a:srgbClr val="000000"/>
                </a:solidFill>
                <a:latin typeface="Arial"/>
              </a:rPr>
              <a:t>este</a:t>
            </a:r>
            <a:r>
              <a:rPr lang="en-US" sz="2000" b="0" strike="noStrike" spc="-1" dirty="0">
                <a:solidFill>
                  <a:srgbClr val="000000"/>
                </a:solidFill>
                <a:latin typeface="Arial"/>
              </a:rPr>
              <a:t> </a:t>
            </a:r>
            <a:r>
              <a:rPr lang="en-US" sz="2000" b="0" strike="noStrike" spc="-1" dirty="0" err="1">
                <a:solidFill>
                  <a:srgbClr val="000000"/>
                </a:solidFill>
                <a:latin typeface="Arial"/>
              </a:rPr>
              <a:t>ejercicio</a:t>
            </a:r>
            <a:r>
              <a:rPr lang="en-US" sz="2000" b="0" strike="noStrike" spc="-1" dirty="0">
                <a:solidFill>
                  <a:srgbClr val="000000"/>
                </a:solidFill>
                <a:latin typeface="Arial"/>
              </a:rPr>
              <a:t> no </a:t>
            </a:r>
            <a:r>
              <a:rPr lang="en-US" sz="2000" b="0" strike="noStrike" spc="-1" dirty="0" err="1">
                <a:solidFill>
                  <a:srgbClr val="000000"/>
                </a:solidFill>
                <a:latin typeface="Arial"/>
              </a:rPr>
              <a:t>los</a:t>
            </a:r>
            <a:r>
              <a:rPr lang="en-US" sz="2000" b="0" strike="noStrike" spc="-1" dirty="0">
                <a:solidFill>
                  <a:srgbClr val="000000"/>
                </a:solidFill>
                <a:latin typeface="Arial"/>
              </a:rPr>
              <a:t> </a:t>
            </a:r>
            <a:r>
              <a:rPr lang="en-US" sz="2000" b="0" strike="noStrike" spc="-1" dirty="0" err="1" smtClean="0">
                <a:solidFill>
                  <a:srgbClr val="000000"/>
                </a:solidFill>
                <a:latin typeface="Arial"/>
              </a:rPr>
              <a:t>necesitamos</a:t>
            </a:r>
            <a:r>
              <a:rPr lang="en-US" sz="2000" b="0" strike="noStrike" spc="-1" dirty="0" smtClean="0">
                <a:solidFill>
                  <a:srgbClr val="000000"/>
                </a:solidFill>
                <a:latin typeface="Arial"/>
              </a:rPr>
              <a:t>,</a:t>
            </a:r>
            <a:r>
              <a:rPr lang="en-US" sz="2000" b="0" strike="noStrike" spc="-1" baseline="0" dirty="0" smtClean="0">
                <a:solidFill>
                  <a:srgbClr val="000000"/>
                </a:solidFill>
                <a:latin typeface="Arial"/>
              </a:rPr>
              <a:t> </a:t>
            </a:r>
            <a:r>
              <a:rPr lang="en-US" sz="2000" b="0" strike="noStrike" spc="-1" baseline="0" dirty="0" err="1" smtClean="0">
                <a:solidFill>
                  <a:srgbClr val="000000"/>
                </a:solidFill>
                <a:latin typeface="Arial"/>
              </a:rPr>
              <a:t>ademas</a:t>
            </a:r>
            <a:r>
              <a:rPr lang="en-US" sz="2000" b="0" strike="noStrike" spc="-1" baseline="0" dirty="0" smtClean="0">
                <a:solidFill>
                  <a:srgbClr val="000000"/>
                </a:solidFill>
                <a:latin typeface="Arial"/>
              </a:rPr>
              <a:t> g</a:t>
            </a:r>
            <a:r>
              <a:rPr lang="es-ES" sz="1200" b="0" kern="1200" dirty="0" err="1" smtClean="0">
                <a:solidFill>
                  <a:schemeClr val="tx1"/>
                </a:solidFill>
                <a:effectLst/>
                <a:latin typeface="+mn-lt"/>
                <a:ea typeface="+mn-ea"/>
                <a:cs typeface="+mn-cs"/>
              </a:rPr>
              <a:t>racias</a:t>
            </a:r>
            <a:r>
              <a:rPr lang="es-ES" sz="1200" b="0" kern="1200" dirty="0" smtClean="0">
                <a:solidFill>
                  <a:schemeClr val="tx1"/>
                </a:solidFill>
                <a:effectLst/>
                <a:latin typeface="+mn-lt"/>
                <a:ea typeface="+mn-ea"/>
                <a:cs typeface="+mn-cs"/>
              </a:rPr>
              <a:t> a esta interfaz, la clase `</a:t>
            </a:r>
            <a:r>
              <a:rPr lang="es-ES" sz="1200" b="0" kern="1200" dirty="0" err="1" smtClean="0">
                <a:solidFill>
                  <a:schemeClr val="tx1"/>
                </a:solidFill>
                <a:effectLst/>
                <a:latin typeface="+mn-lt"/>
                <a:ea typeface="+mn-ea"/>
                <a:cs typeface="+mn-cs"/>
              </a:rPr>
              <a:t>ArrayList</a:t>
            </a:r>
            <a:r>
              <a:rPr lang="es-ES" sz="1200" b="0" kern="1200" dirty="0" smtClean="0">
                <a:solidFill>
                  <a:schemeClr val="tx1"/>
                </a:solidFill>
                <a:effectLst/>
                <a:latin typeface="+mn-lt"/>
                <a:ea typeface="+mn-ea"/>
                <a:cs typeface="+mn-cs"/>
              </a:rPr>
              <a:t>` puede ser reemplazada por otra implementación sin que el resto del código se vea afectado.</a:t>
            </a:r>
          </a:p>
          <a:p>
            <a:pPr marL="216000" marR="0" indent="0" algn="l" defTabSz="914400" rtl="0" eaLnBrk="1" fontAlgn="auto" latinLnBrk="0" hangingPunct="1">
              <a:lnSpc>
                <a:spcPct val="100000"/>
              </a:lnSpc>
              <a:spcBef>
                <a:spcPts val="0"/>
              </a:spcBef>
              <a:spcAft>
                <a:spcPts val="0"/>
              </a:spcAft>
              <a:buClrTx/>
              <a:buSzTx/>
              <a:buFontTx/>
              <a:buNone/>
              <a:tabLst>
                <a:tab pos="0" algn="l"/>
              </a:tabLst>
              <a:defRPr/>
            </a:pPr>
            <a:endParaRPr lang="en-US" sz="2000" b="0" strike="noStrike" spc="-1" dirty="0">
              <a:solidFill>
                <a:srgbClr val="000000"/>
              </a:solidFill>
              <a:latin typeface="Arial"/>
            </a:endParaRPr>
          </a:p>
        </p:txBody>
      </p:sp>
      <p:sp>
        <p:nvSpPr>
          <p:cNvPr id="718" name="PlaceHolder 3"/>
          <p:cNvSpPr>
            <a:spLocks noGrp="1"/>
          </p:cNvSpPr>
          <p:nvPr>
            <p:ph type="sldNum" idx="2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9426D293-4925-4A35-9F17-AF00A5CF00EA}" type="slidenum">
              <a:rPr lang="en-US" sz="1200" b="0" strike="noStrike" spc="-1">
                <a:solidFill>
                  <a:schemeClr val="dk1"/>
                </a:solidFill>
                <a:latin typeface="+mn-lt"/>
                <a:ea typeface="+mn-ea"/>
              </a:rPr>
              <a:t>6</a:t>
            </a:fld>
            <a:endParaRPr lang="en-US" sz="1200" b="0" strike="noStrike" spc="-1">
              <a:solidFill>
                <a:srgbClr val="000000"/>
              </a:solidFill>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 name="PlaceHolder 1"/>
          <p:cNvSpPr>
            <a:spLocks noGrp="1" noRot="1" noChangeAspect="1"/>
          </p:cNvSpPr>
          <p:nvPr>
            <p:ph type="sldImg"/>
          </p:nvPr>
        </p:nvSpPr>
        <p:spPr>
          <a:xfrm>
            <a:off x="685800" y="1143000"/>
            <a:ext cx="5486400" cy="3086100"/>
          </a:xfrm>
          <a:prstGeom prst="rect">
            <a:avLst/>
          </a:prstGeom>
          <a:ln w="0">
            <a:noFill/>
          </a:ln>
        </p:spPr>
      </p:sp>
      <p:sp>
        <p:nvSpPr>
          <p:cNvPr id="72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marR="0" indent="0" algn="l" defTabSz="914400" rtl="0" eaLnBrk="1" fontAlgn="auto" latinLnBrk="0" hangingPunct="1">
              <a:lnSpc>
                <a:spcPct val="100000"/>
              </a:lnSpc>
              <a:spcBef>
                <a:spcPts val="0"/>
              </a:spcBef>
              <a:spcAft>
                <a:spcPts val="0"/>
              </a:spcAft>
              <a:buClrTx/>
              <a:buSzTx/>
              <a:buFontTx/>
              <a:buNone/>
              <a:tabLst>
                <a:tab pos="0" algn="l"/>
              </a:tabLst>
              <a:defRPr/>
            </a:pPr>
            <a:r>
              <a:rPr lang="es-ES" sz="1200" b="0" kern="1200" dirty="0" smtClean="0">
                <a:solidFill>
                  <a:schemeClr val="tx1"/>
                </a:solidFill>
                <a:effectLst/>
                <a:latin typeface="+mn-lt"/>
                <a:ea typeface="+mn-ea"/>
                <a:cs typeface="+mn-cs"/>
              </a:rPr>
              <a:t>La</a:t>
            </a:r>
            <a:r>
              <a:rPr lang="es-ES" sz="1200" b="0" kern="1200" baseline="0" dirty="0" smtClean="0">
                <a:solidFill>
                  <a:schemeClr val="tx1"/>
                </a:solidFill>
                <a:effectLst/>
                <a:latin typeface="+mn-lt"/>
                <a:ea typeface="+mn-ea"/>
                <a:cs typeface="+mn-cs"/>
              </a:rPr>
              <a:t> clase </a:t>
            </a:r>
            <a:r>
              <a:rPr lang="es-ES" sz="1200" b="0" kern="1200" baseline="0" dirty="0" err="1" smtClean="0">
                <a:solidFill>
                  <a:schemeClr val="tx1"/>
                </a:solidFill>
                <a:effectLst/>
                <a:latin typeface="+mn-lt"/>
                <a:ea typeface="+mn-ea"/>
                <a:cs typeface="+mn-cs"/>
              </a:rPr>
              <a:t>ArrayList</a:t>
            </a:r>
            <a:r>
              <a:rPr lang="es-ES" sz="1200" b="0" kern="1200" dirty="0" smtClean="0">
                <a:solidFill>
                  <a:schemeClr val="tx1"/>
                </a:solidFill>
                <a:effectLst/>
                <a:latin typeface="+mn-lt"/>
                <a:ea typeface="+mn-ea"/>
                <a:cs typeface="+mn-cs"/>
              </a:rPr>
              <a:t> es una implementación propia de una lista dinámica basada en un arreglo que se expande automáticamente</a:t>
            </a:r>
            <a:r>
              <a:rPr lang="es-ES" sz="1200" b="0" kern="1200" baseline="0" dirty="0" smtClean="0">
                <a:solidFill>
                  <a:schemeClr val="tx1"/>
                </a:solidFill>
                <a:effectLst/>
                <a:latin typeface="+mn-lt"/>
                <a:ea typeface="+mn-ea"/>
                <a:cs typeface="+mn-cs"/>
              </a:rPr>
              <a:t> y e</a:t>
            </a:r>
            <a:r>
              <a:rPr lang="es-ES" sz="1200" b="0" kern="1200" dirty="0" smtClean="0">
                <a:solidFill>
                  <a:schemeClr val="tx1"/>
                </a:solidFill>
                <a:effectLst/>
                <a:latin typeface="+mn-lt"/>
                <a:ea typeface="+mn-ea"/>
                <a:cs typeface="+mn-cs"/>
              </a:rPr>
              <a:t>n lugar de usar el `</a:t>
            </a:r>
            <a:r>
              <a:rPr lang="es-ES" sz="1200" b="0" kern="1200" dirty="0" err="1" smtClean="0">
                <a:solidFill>
                  <a:schemeClr val="tx1"/>
                </a:solidFill>
                <a:effectLst/>
                <a:latin typeface="+mn-lt"/>
                <a:ea typeface="+mn-ea"/>
                <a:cs typeface="+mn-cs"/>
              </a:rPr>
              <a:t>ArrayList</a:t>
            </a:r>
            <a:r>
              <a:rPr lang="es-ES" sz="1200" b="0" kern="1200" dirty="0" smtClean="0">
                <a:solidFill>
                  <a:schemeClr val="tx1"/>
                </a:solidFill>
                <a:effectLst/>
                <a:latin typeface="+mn-lt"/>
                <a:ea typeface="+mn-ea"/>
                <a:cs typeface="+mn-cs"/>
              </a:rPr>
              <a:t>` de Java, aquí construimos</a:t>
            </a:r>
            <a:r>
              <a:rPr lang="es-ES" sz="1200" b="0" kern="1200" baseline="0" dirty="0" smtClean="0">
                <a:solidFill>
                  <a:schemeClr val="tx1"/>
                </a:solidFill>
                <a:effectLst/>
                <a:latin typeface="+mn-lt"/>
                <a:ea typeface="+mn-ea"/>
                <a:cs typeface="+mn-cs"/>
              </a:rPr>
              <a:t> una</a:t>
            </a:r>
            <a:r>
              <a:rPr lang="es-ES" sz="1200" b="0" kern="1200" dirty="0" smtClean="0">
                <a:solidFill>
                  <a:schemeClr val="tx1"/>
                </a:solidFill>
                <a:effectLst/>
                <a:latin typeface="+mn-lt"/>
                <a:ea typeface="+mn-ea"/>
                <a:cs typeface="+mn-cs"/>
              </a:rPr>
              <a:t> desde cero para comprender mejor cómo funciona este tipo de estructura.</a:t>
            </a:r>
            <a:r>
              <a:rPr lang="es-ES" sz="1200" b="0" kern="1200" baseline="0" dirty="0" smtClean="0">
                <a:solidFill>
                  <a:schemeClr val="tx1"/>
                </a:solidFill>
                <a:effectLst/>
                <a:latin typeface="+mn-lt"/>
                <a:ea typeface="+mn-ea"/>
                <a:cs typeface="+mn-cs"/>
              </a:rPr>
              <a:t> Este t</a:t>
            </a:r>
            <a:r>
              <a:rPr lang="en-US" sz="2000" b="0" strike="noStrike" spc="-1" dirty="0" err="1" smtClean="0">
                <a:solidFill>
                  <a:srgbClr val="000000"/>
                </a:solidFill>
                <a:latin typeface="Arial"/>
              </a:rPr>
              <a:t>iene</a:t>
            </a:r>
            <a:r>
              <a:rPr lang="en-US" sz="2000" b="0" strike="noStrike" spc="-1" dirty="0" smtClean="0">
                <a:solidFill>
                  <a:srgbClr val="000000"/>
                </a:solidFill>
                <a:latin typeface="Arial"/>
              </a:rPr>
              <a:t> </a:t>
            </a:r>
            <a:r>
              <a:rPr lang="en-US" sz="2000" b="0" strike="noStrike" spc="-1" dirty="0" err="1">
                <a:solidFill>
                  <a:srgbClr val="000000"/>
                </a:solidFill>
                <a:latin typeface="Arial"/>
              </a:rPr>
              <a:t>tres</a:t>
            </a:r>
            <a:r>
              <a:rPr lang="en-US" sz="2000" b="0" strike="noStrike" spc="-1" dirty="0">
                <a:solidFill>
                  <a:srgbClr val="000000"/>
                </a:solidFill>
                <a:latin typeface="Arial"/>
              </a:rPr>
              <a:t> </a:t>
            </a:r>
            <a:r>
              <a:rPr lang="en-US" sz="2000" b="0" strike="noStrike" spc="-1" dirty="0" err="1">
                <a:solidFill>
                  <a:srgbClr val="000000"/>
                </a:solidFill>
                <a:latin typeface="Arial"/>
              </a:rPr>
              <a:t>atributos</a:t>
            </a:r>
            <a:r>
              <a:rPr lang="en-US" sz="2000" b="0" strike="noStrike" spc="-1" dirty="0">
                <a:solidFill>
                  <a:srgbClr val="000000"/>
                </a:solidFill>
                <a:latin typeface="Arial"/>
              </a:rPr>
              <a:t> </a:t>
            </a:r>
            <a:r>
              <a:rPr lang="en-US" sz="2000" b="0" strike="noStrike" spc="-1" dirty="0" err="1" smtClean="0">
                <a:solidFill>
                  <a:srgbClr val="000000"/>
                </a:solidFill>
                <a:latin typeface="Arial"/>
              </a:rPr>
              <a:t>privados</a:t>
            </a:r>
            <a:r>
              <a:rPr lang="es-ES" sz="1200" b="0" strike="noStrike" kern="1200" spc="0" dirty="0" smtClean="0">
                <a:solidFill>
                  <a:schemeClr val="tx1"/>
                </a:solidFill>
                <a:effectLst/>
                <a:latin typeface="+mn-lt"/>
                <a:ea typeface="+mn-ea"/>
                <a:cs typeface="+mn-cs"/>
              </a:rPr>
              <a:t>:</a:t>
            </a:r>
            <a:r>
              <a:rPr lang="es-ES" sz="1200" b="0" strike="noStrike" kern="1200" spc="0" baseline="0" dirty="0" smtClean="0">
                <a:solidFill>
                  <a:schemeClr val="tx1"/>
                </a:solidFill>
                <a:effectLst/>
                <a:latin typeface="+mn-lt"/>
                <a:ea typeface="+mn-ea"/>
                <a:cs typeface="+mn-cs"/>
              </a:rPr>
              <a:t> </a:t>
            </a:r>
            <a:r>
              <a:rPr lang="es-ES" sz="1200" b="0" kern="1200" dirty="0" smtClean="0">
                <a:solidFill>
                  <a:schemeClr val="tx1"/>
                </a:solidFill>
                <a:effectLst/>
                <a:latin typeface="+mn-lt"/>
                <a:ea typeface="+mn-ea"/>
                <a:cs typeface="+mn-cs"/>
              </a:rPr>
              <a:t>un arreglo de objetos (`</a:t>
            </a:r>
            <a:r>
              <a:rPr lang="es-ES" sz="1200" b="0" kern="1200" dirty="0" err="1" smtClean="0">
                <a:solidFill>
                  <a:schemeClr val="tx1"/>
                </a:solidFill>
                <a:effectLst/>
                <a:latin typeface="+mn-lt"/>
                <a:ea typeface="+mn-ea"/>
                <a:cs typeface="+mn-cs"/>
              </a:rPr>
              <a:t>items</a:t>
            </a:r>
            <a:r>
              <a:rPr lang="es-ES" sz="1200" b="0" kern="1200" dirty="0" smtClean="0">
                <a:solidFill>
                  <a:schemeClr val="tx1"/>
                </a:solidFill>
                <a:effectLst/>
                <a:latin typeface="+mn-lt"/>
                <a:ea typeface="+mn-ea"/>
                <a:cs typeface="+mn-cs"/>
              </a:rPr>
              <a:t>`), un contador de tamaño (`</a:t>
            </a:r>
            <a:r>
              <a:rPr lang="es-ES" sz="1200" b="0" kern="1200" dirty="0" err="1" smtClean="0">
                <a:solidFill>
                  <a:schemeClr val="tx1"/>
                </a:solidFill>
                <a:effectLst/>
                <a:latin typeface="+mn-lt"/>
                <a:ea typeface="+mn-ea"/>
                <a:cs typeface="+mn-cs"/>
              </a:rPr>
              <a:t>size</a:t>
            </a:r>
            <a:r>
              <a:rPr lang="es-ES" sz="1200" b="0" kern="1200" dirty="0" smtClean="0">
                <a:solidFill>
                  <a:schemeClr val="tx1"/>
                </a:solidFill>
                <a:effectLst/>
                <a:latin typeface="+mn-lt"/>
                <a:ea typeface="+mn-ea"/>
                <a:cs typeface="+mn-cs"/>
              </a:rPr>
              <a:t>`) y una capacidad (`</a:t>
            </a:r>
            <a:r>
              <a:rPr lang="es-ES" sz="1200" b="0" kern="1200" dirty="0" err="1" smtClean="0">
                <a:solidFill>
                  <a:schemeClr val="tx1"/>
                </a:solidFill>
                <a:effectLst/>
                <a:latin typeface="+mn-lt"/>
                <a:ea typeface="+mn-ea"/>
                <a:cs typeface="+mn-cs"/>
              </a:rPr>
              <a:t>capacity</a:t>
            </a:r>
            <a:r>
              <a:rPr lang="es-ES" sz="1200" b="0" kern="1200" dirty="0" smtClean="0">
                <a:solidFill>
                  <a:schemeClr val="tx1"/>
                </a:solidFill>
                <a:effectLst/>
                <a:latin typeface="+mn-lt"/>
                <a:ea typeface="+mn-ea"/>
                <a:cs typeface="+mn-cs"/>
              </a:rPr>
              <a:t>`)</a:t>
            </a:r>
            <a:r>
              <a:rPr lang="es-ES" sz="1200" b="0" kern="1200" baseline="0" dirty="0" smtClean="0">
                <a:solidFill>
                  <a:schemeClr val="tx1"/>
                </a:solidFill>
                <a:effectLst/>
                <a:latin typeface="+mn-lt"/>
                <a:ea typeface="+mn-ea"/>
                <a:cs typeface="+mn-cs"/>
              </a:rPr>
              <a:t> </a:t>
            </a:r>
            <a:r>
              <a:rPr lang="en-US" sz="2000" b="0" strike="noStrike" kern="1200" spc="-1" baseline="0" dirty="0" smtClean="0">
                <a:solidFill>
                  <a:srgbClr val="000000"/>
                </a:solidFill>
                <a:effectLst/>
                <a:latin typeface="Arial"/>
                <a:ea typeface="+mn-ea"/>
                <a:cs typeface="+mn-cs"/>
              </a:rPr>
              <a:t>la </a:t>
            </a:r>
            <a:r>
              <a:rPr lang="en-US" sz="2000" b="0" strike="noStrike" kern="1200" spc="-1" baseline="0" dirty="0" err="1" smtClean="0">
                <a:solidFill>
                  <a:srgbClr val="000000"/>
                </a:solidFill>
                <a:effectLst/>
                <a:latin typeface="Arial"/>
                <a:ea typeface="+mn-ea"/>
                <a:cs typeface="+mn-cs"/>
              </a:rPr>
              <a:t>cual</a:t>
            </a:r>
            <a:r>
              <a:rPr lang="en-US" sz="2000" b="0" strike="noStrike" kern="1200" spc="-1" baseline="0" dirty="0" smtClean="0">
                <a:solidFill>
                  <a:srgbClr val="000000"/>
                </a:solidFill>
                <a:effectLst/>
                <a:latin typeface="Arial"/>
                <a:ea typeface="+mn-ea"/>
                <a:cs typeface="+mn-cs"/>
              </a:rPr>
              <a:t> </a:t>
            </a:r>
            <a:r>
              <a:rPr lang="en-US" sz="2000" b="0" strike="noStrike" kern="1200" spc="-1" baseline="0" dirty="0" err="1" smtClean="0">
                <a:solidFill>
                  <a:srgbClr val="000000"/>
                </a:solidFill>
                <a:effectLst/>
                <a:latin typeface="Arial"/>
                <a:ea typeface="+mn-ea"/>
                <a:cs typeface="+mn-cs"/>
              </a:rPr>
              <a:t>comienza</a:t>
            </a:r>
            <a:r>
              <a:rPr lang="en-US" sz="2000" b="0" strike="noStrike" spc="-1" dirty="0" smtClean="0">
                <a:solidFill>
                  <a:srgbClr val="000000"/>
                </a:solidFill>
                <a:latin typeface="Arial"/>
              </a:rPr>
              <a:t> </a:t>
            </a:r>
            <a:r>
              <a:rPr lang="en-US" sz="2000" b="0" strike="noStrike" spc="-1" dirty="0">
                <a:solidFill>
                  <a:srgbClr val="000000"/>
                </a:solidFill>
                <a:latin typeface="Arial"/>
              </a:rPr>
              <a:t>10. </a:t>
            </a:r>
            <a:r>
              <a:rPr lang="en-US" sz="2000" b="0" strike="noStrike" spc="-1" dirty="0" err="1">
                <a:solidFill>
                  <a:srgbClr val="000000"/>
                </a:solidFill>
                <a:latin typeface="Arial"/>
              </a:rPr>
              <a:t>Cuando</a:t>
            </a:r>
            <a:r>
              <a:rPr lang="en-US" sz="2000" b="0" strike="noStrike" spc="-1" dirty="0">
                <a:solidFill>
                  <a:srgbClr val="000000"/>
                </a:solidFill>
                <a:latin typeface="Arial"/>
              </a:rPr>
              <a:t> size </a:t>
            </a:r>
            <a:r>
              <a:rPr lang="en-US" sz="2000" b="0" strike="noStrike" spc="-1" dirty="0" err="1">
                <a:solidFill>
                  <a:srgbClr val="000000"/>
                </a:solidFill>
                <a:latin typeface="Arial"/>
              </a:rPr>
              <a:t>llega</a:t>
            </a:r>
            <a:r>
              <a:rPr lang="en-US" sz="2000" b="0" strike="noStrike" spc="-1" dirty="0">
                <a:solidFill>
                  <a:srgbClr val="000000"/>
                </a:solidFill>
                <a:latin typeface="Arial"/>
              </a:rPr>
              <a:t> </a:t>
            </a:r>
            <a:r>
              <a:rPr lang="en-US" sz="2000" b="0" strike="noStrike" spc="-1" dirty="0" smtClean="0">
                <a:solidFill>
                  <a:srgbClr val="000000"/>
                </a:solidFill>
                <a:latin typeface="Arial"/>
              </a:rPr>
              <a:t>a </a:t>
            </a:r>
            <a:r>
              <a:rPr lang="en-US" sz="2000" b="0" strike="noStrike" spc="-1" dirty="0" err="1" smtClean="0">
                <a:solidFill>
                  <a:srgbClr val="000000"/>
                </a:solidFill>
                <a:latin typeface="Arial"/>
              </a:rPr>
              <a:t>ser</a:t>
            </a:r>
            <a:r>
              <a:rPr lang="en-US" sz="2000" b="0" strike="noStrike" spc="-1" dirty="0" smtClean="0">
                <a:solidFill>
                  <a:srgbClr val="000000"/>
                </a:solidFill>
                <a:latin typeface="Arial"/>
              </a:rPr>
              <a:t> </a:t>
            </a:r>
            <a:r>
              <a:rPr lang="en-US" sz="2000" b="0" strike="noStrike" spc="-1" dirty="0" err="1" smtClean="0">
                <a:solidFill>
                  <a:srgbClr val="000000"/>
                </a:solidFill>
                <a:latin typeface="Arial"/>
              </a:rPr>
              <a:t>igual</a:t>
            </a:r>
            <a:r>
              <a:rPr lang="en-US" sz="2000" b="0" strike="noStrike" spc="-1" dirty="0" smtClean="0">
                <a:solidFill>
                  <a:srgbClr val="000000"/>
                </a:solidFill>
                <a:latin typeface="Arial"/>
              </a:rPr>
              <a:t> a </a:t>
            </a:r>
            <a:r>
              <a:rPr lang="en-US" sz="2000" b="0" strike="noStrike" spc="-1" dirty="0">
                <a:solidFill>
                  <a:srgbClr val="000000"/>
                </a:solidFill>
                <a:latin typeface="Arial"/>
              </a:rPr>
              <a:t>capacity, </a:t>
            </a:r>
            <a:r>
              <a:rPr lang="en-US" sz="2000" b="0" strike="noStrike" spc="-1" dirty="0" smtClean="0">
                <a:solidFill>
                  <a:srgbClr val="000000"/>
                </a:solidFill>
                <a:latin typeface="Arial"/>
              </a:rPr>
              <a:t>el </a:t>
            </a:r>
            <a:r>
              <a:rPr lang="en-US" sz="2000" b="0" strike="noStrike" spc="-1" dirty="0" err="1" smtClean="0">
                <a:solidFill>
                  <a:srgbClr val="000000"/>
                </a:solidFill>
                <a:latin typeface="Arial"/>
              </a:rPr>
              <a:t>metodo</a:t>
            </a:r>
            <a:r>
              <a:rPr lang="en-US" sz="2000" b="0" strike="noStrike" spc="-1" dirty="0" smtClean="0">
                <a:solidFill>
                  <a:srgbClr val="000000"/>
                </a:solidFill>
                <a:latin typeface="Arial"/>
              </a:rPr>
              <a:t> </a:t>
            </a:r>
            <a:r>
              <a:rPr lang="en-US" sz="2000" b="0" strike="noStrike" spc="-1" dirty="0" err="1" smtClean="0">
                <a:solidFill>
                  <a:srgbClr val="000000"/>
                </a:solidFill>
                <a:latin typeface="Arial"/>
              </a:rPr>
              <a:t>isFull</a:t>
            </a:r>
            <a:r>
              <a:rPr lang="en-US" sz="2000" b="0" strike="noStrike" spc="-1" dirty="0" smtClean="0">
                <a:solidFill>
                  <a:srgbClr val="000000"/>
                </a:solidFill>
                <a:latin typeface="Arial"/>
              </a:rPr>
              <a:t> ( dice </a:t>
            </a:r>
            <a:r>
              <a:rPr lang="en-US" sz="2000" b="0" strike="noStrike" spc="-1" dirty="0" err="1" smtClean="0">
                <a:solidFill>
                  <a:srgbClr val="000000"/>
                </a:solidFill>
                <a:latin typeface="Arial"/>
              </a:rPr>
              <a:t>cuando</a:t>
            </a:r>
            <a:r>
              <a:rPr lang="en-US" sz="2000" b="0" strike="noStrike" spc="-1" dirty="0" smtClean="0">
                <a:solidFill>
                  <a:srgbClr val="000000"/>
                </a:solidFill>
                <a:latin typeface="Arial"/>
              </a:rPr>
              <a:t> un </a:t>
            </a:r>
            <a:r>
              <a:rPr lang="en-US" sz="2000" b="0" strike="noStrike" spc="-1" dirty="0" err="1" smtClean="0">
                <a:solidFill>
                  <a:srgbClr val="000000"/>
                </a:solidFill>
                <a:latin typeface="Arial"/>
              </a:rPr>
              <a:t>arreglo</a:t>
            </a:r>
            <a:r>
              <a:rPr lang="en-US" sz="2000" b="0" strike="noStrike" spc="-1" dirty="0" smtClean="0">
                <a:solidFill>
                  <a:srgbClr val="000000"/>
                </a:solidFill>
                <a:latin typeface="Arial"/>
              </a:rPr>
              <a:t> </a:t>
            </a:r>
            <a:r>
              <a:rPr lang="en-US" sz="2000" b="0" strike="noStrike" spc="-1" dirty="0" err="1" smtClean="0">
                <a:solidFill>
                  <a:srgbClr val="000000"/>
                </a:solidFill>
                <a:latin typeface="Arial"/>
              </a:rPr>
              <a:t>esta</a:t>
            </a:r>
            <a:r>
              <a:rPr lang="en-US" sz="2000" b="0" strike="noStrike" spc="-1" baseline="0" dirty="0" smtClean="0">
                <a:solidFill>
                  <a:srgbClr val="000000"/>
                </a:solidFill>
                <a:latin typeface="Arial"/>
              </a:rPr>
              <a:t> </a:t>
            </a:r>
            <a:r>
              <a:rPr lang="en-US" sz="2000" b="0" strike="noStrike" spc="-1" baseline="0" dirty="0" err="1" smtClean="0">
                <a:solidFill>
                  <a:srgbClr val="000000"/>
                </a:solidFill>
                <a:latin typeface="Arial"/>
              </a:rPr>
              <a:t>lleno</a:t>
            </a:r>
            <a:r>
              <a:rPr lang="en-US" sz="2000" b="0" strike="noStrike" spc="-1" baseline="0" dirty="0" smtClean="0">
                <a:solidFill>
                  <a:srgbClr val="000000"/>
                </a:solidFill>
                <a:latin typeface="Arial"/>
              </a:rPr>
              <a:t>)</a:t>
            </a:r>
            <a:r>
              <a:rPr lang="en-US" sz="2000" b="0" strike="noStrike" spc="-1" dirty="0" smtClean="0">
                <a:solidFill>
                  <a:srgbClr val="000000"/>
                </a:solidFill>
                <a:latin typeface="Arial"/>
              </a:rPr>
              <a:t> </a:t>
            </a:r>
            <a:r>
              <a:rPr lang="en-US" sz="2000" b="0" strike="noStrike" spc="-1" dirty="0" err="1" smtClean="0">
                <a:solidFill>
                  <a:srgbClr val="000000"/>
                </a:solidFill>
                <a:latin typeface="Arial"/>
              </a:rPr>
              <a:t>devuelve</a:t>
            </a:r>
            <a:r>
              <a:rPr lang="en-US" sz="2000" b="0" strike="noStrike" spc="-1" baseline="0" dirty="0" smtClean="0">
                <a:solidFill>
                  <a:srgbClr val="000000"/>
                </a:solidFill>
                <a:latin typeface="Arial"/>
              </a:rPr>
              <a:t> true</a:t>
            </a:r>
            <a:r>
              <a:rPr lang="en-US" sz="2000" b="0" strike="noStrike" spc="-1" dirty="0" smtClean="0">
                <a:solidFill>
                  <a:srgbClr val="000000"/>
                </a:solidFill>
                <a:latin typeface="Arial"/>
              </a:rPr>
              <a:t> </a:t>
            </a:r>
            <a:r>
              <a:rPr lang="en-US" sz="2000" b="0" strike="noStrike" spc="-1" dirty="0">
                <a:solidFill>
                  <a:srgbClr val="000000"/>
                </a:solidFill>
                <a:latin typeface="Arial"/>
              </a:rPr>
              <a:t>y </a:t>
            </a:r>
            <a:r>
              <a:rPr lang="en-US" sz="2000" b="0" strike="noStrike" spc="-1" dirty="0" smtClean="0">
                <a:solidFill>
                  <a:srgbClr val="000000"/>
                </a:solidFill>
                <a:latin typeface="Arial"/>
              </a:rPr>
              <a:t>el </a:t>
            </a:r>
            <a:r>
              <a:rPr lang="en-US" sz="2000" b="0" strike="noStrike" spc="-1" dirty="0" err="1" smtClean="0">
                <a:solidFill>
                  <a:srgbClr val="000000"/>
                </a:solidFill>
                <a:latin typeface="Arial"/>
              </a:rPr>
              <a:t>metodo</a:t>
            </a:r>
            <a:r>
              <a:rPr lang="en-US" sz="2000" b="0" strike="noStrike" spc="-1" baseline="0" dirty="0" smtClean="0">
                <a:solidFill>
                  <a:srgbClr val="000000"/>
                </a:solidFill>
                <a:latin typeface="Arial"/>
              </a:rPr>
              <a:t> </a:t>
            </a:r>
            <a:r>
              <a:rPr lang="en-US" sz="2000" b="0" strike="noStrike" spc="-1" dirty="0" smtClean="0">
                <a:solidFill>
                  <a:srgbClr val="000000"/>
                </a:solidFill>
                <a:latin typeface="Arial"/>
              </a:rPr>
              <a:t>add </a:t>
            </a:r>
            <a:r>
              <a:rPr lang="en-US" sz="2000" b="0" strike="noStrike" spc="-1" dirty="0">
                <a:solidFill>
                  <a:srgbClr val="000000"/>
                </a:solidFill>
                <a:latin typeface="Arial"/>
              </a:rPr>
              <a:t>llama </a:t>
            </a:r>
            <a:r>
              <a:rPr lang="en-US" sz="2000" b="0" strike="noStrike" spc="-1" dirty="0" smtClean="0">
                <a:solidFill>
                  <a:srgbClr val="000000"/>
                </a:solidFill>
                <a:latin typeface="Arial"/>
              </a:rPr>
              <a:t>al </a:t>
            </a:r>
            <a:r>
              <a:rPr lang="en-US" sz="2000" b="0" strike="noStrike" spc="-1" dirty="0" err="1" smtClean="0">
                <a:solidFill>
                  <a:srgbClr val="000000"/>
                </a:solidFill>
                <a:latin typeface="Arial"/>
              </a:rPr>
              <a:t>metodo</a:t>
            </a:r>
            <a:r>
              <a:rPr lang="en-US" sz="2000" b="0" strike="noStrike" spc="-1" dirty="0" smtClean="0">
                <a:solidFill>
                  <a:srgbClr val="000000"/>
                </a:solidFill>
                <a:latin typeface="Arial"/>
              </a:rPr>
              <a:t> Expand</a:t>
            </a:r>
            <a:r>
              <a:rPr lang="en-US" sz="2000" b="0" strike="noStrike" spc="-1" baseline="0" dirty="0" smtClean="0">
                <a:solidFill>
                  <a:srgbClr val="000000"/>
                </a:solidFill>
                <a:latin typeface="Arial"/>
              </a:rPr>
              <a:t>, el </a:t>
            </a:r>
            <a:r>
              <a:rPr lang="en-US" sz="2000" b="0" strike="noStrike" spc="-1" baseline="0" dirty="0" err="1" smtClean="0">
                <a:solidFill>
                  <a:srgbClr val="000000"/>
                </a:solidFill>
                <a:latin typeface="Arial"/>
              </a:rPr>
              <a:t>cual</a:t>
            </a:r>
            <a:r>
              <a:rPr lang="en-US" sz="2000" b="0" strike="noStrike" spc="-1" baseline="0" dirty="0" smtClean="0">
                <a:solidFill>
                  <a:srgbClr val="000000"/>
                </a:solidFill>
                <a:latin typeface="Arial"/>
              </a:rPr>
              <a:t> </a:t>
            </a:r>
            <a:r>
              <a:rPr lang="en-US" sz="2000" b="0" strike="noStrike" spc="-1" dirty="0" err="1" smtClean="0">
                <a:solidFill>
                  <a:srgbClr val="000000"/>
                </a:solidFill>
                <a:latin typeface="Arial"/>
              </a:rPr>
              <a:t>crea</a:t>
            </a:r>
            <a:r>
              <a:rPr lang="en-US" sz="2000" b="0" strike="noStrike" spc="-1" dirty="0" smtClean="0">
                <a:solidFill>
                  <a:srgbClr val="000000"/>
                </a:solidFill>
                <a:latin typeface="Arial"/>
              </a:rPr>
              <a:t> </a:t>
            </a:r>
            <a:r>
              <a:rPr lang="en-US" sz="2000" b="0" strike="noStrike" spc="-1" dirty="0">
                <a:solidFill>
                  <a:srgbClr val="000000"/>
                </a:solidFill>
                <a:latin typeface="Arial"/>
              </a:rPr>
              <a:t>un </a:t>
            </a:r>
            <a:r>
              <a:rPr lang="en-US" sz="2000" b="0" strike="noStrike" spc="-1" dirty="0" err="1">
                <a:solidFill>
                  <a:srgbClr val="000000"/>
                </a:solidFill>
                <a:latin typeface="Arial"/>
              </a:rPr>
              <a:t>arreglo</a:t>
            </a:r>
            <a:r>
              <a:rPr lang="en-US" sz="2000" b="0" strike="noStrike" spc="-1" dirty="0">
                <a:solidFill>
                  <a:srgbClr val="000000"/>
                </a:solidFill>
                <a:latin typeface="Arial"/>
              </a:rPr>
              <a:t> con 10 </a:t>
            </a:r>
            <a:r>
              <a:rPr lang="en-US" sz="2000" b="0" strike="noStrike" spc="-1" dirty="0" err="1">
                <a:solidFill>
                  <a:srgbClr val="000000"/>
                </a:solidFill>
                <a:latin typeface="Arial"/>
              </a:rPr>
              <a:t>espacios</a:t>
            </a:r>
            <a:r>
              <a:rPr lang="en-US" sz="2000" b="0" strike="noStrike" spc="-1" dirty="0">
                <a:solidFill>
                  <a:srgbClr val="000000"/>
                </a:solidFill>
                <a:latin typeface="Arial"/>
              </a:rPr>
              <a:t> </a:t>
            </a:r>
            <a:r>
              <a:rPr lang="en-US" sz="2000" b="0" strike="noStrike" spc="-1" dirty="0" err="1" smtClean="0">
                <a:solidFill>
                  <a:srgbClr val="000000"/>
                </a:solidFill>
                <a:latin typeface="Arial"/>
              </a:rPr>
              <a:t>más</a:t>
            </a:r>
            <a:r>
              <a:rPr lang="en-US" sz="2000" b="0" strike="noStrike" spc="-1" baseline="0" dirty="0">
                <a:solidFill>
                  <a:srgbClr val="000000"/>
                </a:solidFill>
                <a:latin typeface="Arial"/>
              </a:rPr>
              <a:t> </a:t>
            </a:r>
            <a:r>
              <a:rPr lang="en-US" sz="2000" b="0" strike="noStrike" spc="-1" baseline="0" dirty="0" smtClean="0">
                <a:solidFill>
                  <a:srgbClr val="000000"/>
                </a:solidFill>
                <a:latin typeface="Arial"/>
              </a:rPr>
              <a:t>y</a:t>
            </a:r>
            <a:r>
              <a:rPr lang="en-US" sz="2000" b="0" strike="noStrike" spc="-1" dirty="0" smtClean="0">
                <a:solidFill>
                  <a:srgbClr val="000000"/>
                </a:solidFill>
                <a:latin typeface="Arial"/>
              </a:rPr>
              <a:t> </a:t>
            </a:r>
            <a:r>
              <a:rPr lang="en-US" sz="2000" b="0" strike="noStrike" spc="-1" dirty="0" err="1">
                <a:solidFill>
                  <a:srgbClr val="000000"/>
                </a:solidFill>
                <a:latin typeface="Arial"/>
              </a:rPr>
              <a:t>copia</a:t>
            </a:r>
            <a:r>
              <a:rPr lang="en-US" sz="2000" b="0" strike="noStrike" spc="-1" dirty="0">
                <a:solidFill>
                  <a:srgbClr val="000000"/>
                </a:solidFill>
                <a:latin typeface="Arial"/>
              </a:rPr>
              <a:t> </a:t>
            </a:r>
            <a:r>
              <a:rPr lang="en-US" sz="2000" b="0" strike="noStrike" spc="-1" dirty="0" err="1" smtClean="0">
                <a:solidFill>
                  <a:srgbClr val="000000"/>
                </a:solidFill>
                <a:latin typeface="Arial"/>
              </a:rPr>
              <a:t>todos</a:t>
            </a:r>
            <a:r>
              <a:rPr lang="en-US" sz="2000" b="0" strike="noStrike" spc="-1" dirty="0" smtClean="0">
                <a:solidFill>
                  <a:srgbClr val="000000"/>
                </a:solidFill>
                <a:latin typeface="Arial"/>
              </a:rPr>
              <a:t> </a:t>
            </a:r>
            <a:r>
              <a:rPr lang="en-US" sz="2000" b="0" strike="noStrike" spc="-1" dirty="0" err="1" smtClean="0">
                <a:solidFill>
                  <a:srgbClr val="000000"/>
                </a:solidFill>
                <a:latin typeface="Arial"/>
              </a:rPr>
              <a:t>los</a:t>
            </a:r>
            <a:r>
              <a:rPr lang="en-US" sz="2000" b="0" strike="noStrike" spc="-1" dirty="0" smtClean="0">
                <a:solidFill>
                  <a:srgbClr val="000000"/>
                </a:solidFill>
                <a:latin typeface="Arial"/>
              </a:rPr>
              <a:t> </a:t>
            </a:r>
            <a:r>
              <a:rPr lang="en-US" sz="2000" b="0" strike="noStrike" spc="-1" dirty="0" err="1" smtClean="0">
                <a:solidFill>
                  <a:srgbClr val="000000"/>
                </a:solidFill>
                <a:latin typeface="Arial"/>
              </a:rPr>
              <a:t>elementos</a:t>
            </a:r>
            <a:r>
              <a:rPr lang="en-US" sz="2000" b="0" strike="noStrike" spc="-1" dirty="0" smtClean="0">
                <a:solidFill>
                  <a:srgbClr val="000000"/>
                </a:solidFill>
                <a:latin typeface="Arial"/>
              </a:rPr>
              <a:t> del </a:t>
            </a:r>
            <a:r>
              <a:rPr lang="en-US" sz="2000" b="0" strike="noStrike" spc="-1" dirty="0" err="1" smtClean="0">
                <a:solidFill>
                  <a:srgbClr val="000000"/>
                </a:solidFill>
                <a:latin typeface="Arial"/>
              </a:rPr>
              <a:t>arreglo</a:t>
            </a:r>
            <a:r>
              <a:rPr lang="en-US" sz="2000" b="0" strike="noStrike" spc="-1" dirty="0" smtClean="0">
                <a:solidFill>
                  <a:srgbClr val="000000"/>
                </a:solidFill>
                <a:latin typeface="Arial"/>
              </a:rPr>
              <a:t> anterior </a:t>
            </a:r>
            <a:r>
              <a:rPr lang="en-US" sz="2000" b="0" strike="noStrike" spc="-1" dirty="0">
                <a:solidFill>
                  <a:srgbClr val="000000"/>
                </a:solidFill>
                <a:latin typeface="Arial"/>
              </a:rPr>
              <a:t>con </a:t>
            </a:r>
            <a:r>
              <a:rPr lang="en-US" sz="2000" b="0" strike="noStrike" spc="-1" dirty="0" err="1" smtClean="0">
                <a:solidFill>
                  <a:srgbClr val="000000"/>
                </a:solidFill>
                <a:latin typeface="Arial"/>
              </a:rPr>
              <a:t>System.arraycopy</a:t>
            </a:r>
            <a:r>
              <a:rPr lang="en-US" sz="2000" b="0" strike="noStrike" spc="-1" baseline="0" dirty="0" smtClean="0">
                <a:solidFill>
                  <a:srgbClr val="000000"/>
                </a:solidFill>
                <a:latin typeface="Arial"/>
              </a:rPr>
              <a:t> al</a:t>
            </a:r>
            <a:r>
              <a:rPr lang="en-US" sz="2000" b="0" strike="noStrike" spc="-1" dirty="0" smtClean="0">
                <a:solidFill>
                  <a:srgbClr val="000000"/>
                </a:solidFill>
                <a:latin typeface="Arial"/>
              </a:rPr>
              <a:t> </a:t>
            </a:r>
            <a:r>
              <a:rPr lang="en-US" sz="2000" b="0" strike="noStrike" spc="-1" dirty="0" err="1">
                <a:solidFill>
                  <a:srgbClr val="000000"/>
                </a:solidFill>
                <a:latin typeface="Arial"/>
              </a:rPr>
              <a:t>nuevo</a:t>
            </a:r>
            <a:r>
              <a:rPr lang="en-US" sz="2000" b="0" strike="noStrike" spc="-1" dirty="0">
                <a:solidFill>
                  <a:srgbClr val="000000"/>
                </a:solidFill>
                <a:latin typeface="Arial"/>
              </a:rPr>
              <a:t>. </a:t>
            </a:r>
            <a:r>
              <a:rPr lang="en-US" sz="2000" b="0" strike="noStrike" spc="-1" dirty="0" err="1">
                <a:solidFill>
                  <a:srgbClr val="000000"/>
                </a:solidFill>
                <a:latin typeface="Arial"/>
              </a:rPr>
              <a:t>Por</a:t>
            </a:r>
            <a:r>
              <a:rPr lang="en-US" sz="2000" b="0" strike="noStrike" spc="-1" dirty="0">
                <a:solidFill>
                  <a:srgbClr val="000000"/>
                </a:solidFill>
                <a:latin typeface="Arial"/>
              </a:rPr>
              <a:t> </a:t>
            </a:r>
            <a:r>
              <a:rPr lang="en-US" sz="2000" b="0" strike="noStrike" spc="-1" dirty="0" err="1" smtClean="0">
                <a:solidFill>
                  <a:srgbClr val="000000"/>
                </a:solidFill>
                <a:latin typeface="Arial"/>
              </a:rPr>
              <a:t>esto</a:t>
            </a:r>
            <a:r>
              <a:rPr lang="en-US" sz="2000" b="0" strike="noStrike" spc="-1" dirty="0" smtClean="0">
                <a:solidFill>
                  <a:srgbClr val="000000"/>
                </a:solidFill>
                <a:latin typeface="Arial"/>
              </a:rPr>
              <a:t> </a:t>
            </a:r>
            <a:r>
              <a:rPr lang="en-US" sz="2000" b="0" strike="noStrike" spc="-1" dirty="0">
                <a:solidFill>
                  <a:srgbClr val="000000"/>
                </a:solidFill>
                <a:latin typeface="Arial"/>
              </a:rPr>
              <a:t>la </a:t>
            </a:r>
            <a:r>
              <a:rPr lang="en-US" sz="2000" b="0" strike="noStrike" spc="-1" dirty="0" err="1">
                <a:solidFill>
                  <a:srgbClr val="000000"/>
                </a:solidFill>
                <a:latin typeface="Arial"/>
              </a:rPr>
              <a:t>lista</a:t>
            </a:r>
            <a:r>
              <a:rPr lang="en-US" sz="2000" b="0" strike="noStrike" spc="-1" dirty="0">
                <a:solidFill>
                  <a:srgbClr val="000000"/>
                </a:solidFill>
                <a:latin typeface="Arial"/>
              </a:rPr>
              <a:t> </a:t>
            </a:r>
            <a:r>
              <a:rPr lang="en-US" sz="2000" b="0" strike="noStrike" spc="-1" dirty="0" err="1">
                <a:solidFill>
                  <a:srgbClr val="000000"/>
                </a:solidFill>
                <a:latin typeface="Arial"/>
              </a:rPr>
              <a:t>crece</a:t>
            </a:r>
            <a:r>
              <a:rPr lang="en-US" sz="2000" b="0" strike="noStrike" spc="-1" dirty="0">
                <a:solidFill>
                  <a:srgbClr val="000000"/>
                </a:solidFill>
                <a:latin typeface="Arial"/>
              </a:rPr>
              <a:t> de 10 </a:t>
            </a:r>
            <a:r>
              <a:rPr lang="en-US" sz="2000" b="0" strike="noStrike" spc="-1" dirty="0" err="1">
                <a:solidFill>
                  <a:srgbClr val="000000"/>
                </a:solidFill>
                <a:latin typeface="Arial"/>
              </a:rPr>
              <a:t>en</a:t>
            </a:r>
            <a:r>
              <a:rPr lang="en-US" sz="2000" b="0" strike="noStrike" spc="-1" dirty="0">
                <a:solidFill>
                  <a:srgbClr val="000000"/>
                </a:solidFill>
                <a:latin typeface="Arial"/>
              </a:rPr>
              <a:t> 10. </a:t>
            </a:r>
            <a:r>
              <a:rPr lang="en-US" sz="2000" b="0" strike="noStrike" spc="-1" dirty="0" err="1">
                <a:solidFill>
                  <a:srgbClr val="000000"/>
                </a:solidFill>
                <a:latin typeface="Arial"/>
              </a:rPr>
              <a:t>Dato</a:t>
            </a:r>
            <a:r>
              <a:rPr lang="en-US" sz="2000" b="0" strike="noStrike" spc="-1" dirty="0">
                <a:solidFill>
                  <a:srgbClr val="000000"/>
                </a:solidFill>
                <a:latin typeface="Arial"/>
              </a:rPr>
              <a:t> </a:t>
            </a:r>
            <a:r>
              <a:rPr lang="en-US" sz="2000" b="0" strike="noStrike" spc="-1" dirty="0" err="1">
                <a:solidFill>
                  <a:srgbClr val="000000"/>
                </a:solidFill>
                <a:latin typeface="Arial"/>
              </a:rPr>
              <a:t>técnico</a:t>
            </a:r>
            <a:r>
              <a:rPr lang="en-US" sz="2000" b="0" strike="noStrike" spc="-1" dirty="0">
                <a:solidFill>
                  <a:srgbClr val="000000"/>
                </a:solidFill>
                <a:latin typeface="Arial"/>
              </a:rPr>
              <a:t>: items </a:t>
            </a:r>
            <a:r>
              <a:rPr lang="en-US" sz="2000" b="0" strike="noStrike" spc="-1" dirty="0" err="1">
                <a:solidFill>
                  <a:srgbClr val="000000"/>
                </a:solidFill>
                <a:latin typeface="Arial"/>
              </a:rPr>
              <a:t>es</a:t>
            </a:r>
            <a:r>
              <a:rPr lang="en-US" sz="2000" b="0" strike="noStrike" spc="-1" dirty="0">
                <a:solidFill>
                  <a:srgbClr val="000000"/>
                </a:solidFill>
                <a:latin typeface="Arial"/>
              </a:rPr>
              <a:t> un Object[] </a:t>
            </a:r>
            <a:r>
              <a:rPr lang="en-US" sz="2000" b="0" strike="noStrike" spc="-1" dirty="0" err="1">
                <a:solidFill>
                  <a:srgbClr val="000000"/>
                </a:solidFill>
                <a:latin typeface="Arial"/>
              </a:rPr>
              <a:t>porque</a:t>
            </a:r>
            <a:r>
              <a:rPr lang="en-US" sz="2000" b="0" strike="noStrike" spc="-1" dirty="0">
                <a:solidFill>
                  <a:srgbClr val="000000"/>
                </a:solidFill>
                <a:latin typeface="Arial"/>
              </a:rPr>
              <a:t> Java no </a:t>
            </a:r>
            <a:r>
              <a:rPr lang="en-US" sz="2000" b="0" strike="noStrike" spc="-1" dirty="0" err="1">
                <a:solidFill>
                  <a:srgbClr val="000000"/>
                </a:solidFill>
                <a:latin typeface="Arial"/>
              </a:rPr>
              <a:t>deja</a:t>
            </a:r>
            <a:r>
              <a:rPr lang="en-US" sz="2000" b="0" strike="noStrike" spc="-1" dirty="0">
                <a:solidFill>
                  <a:srgbClr val="000000"/>
                </a:solidFill>
                <a:latin typeface="Arial"/>
              </a:rPr>
              <a:t> </a:t>
            </a:r>
            <a:r>
              <a:rPr lang="en-US" sz="2000" b="0" strike="noStrike" spc="-1" dirty="0" err="1">
                <a:solidFill>
                  <a:srgbClr val="000000"/>
                </a:solidFill>
                <a:latin typeface="Arial"/>
              </a:rPr>
              <a:t>crear</a:t>
            </a:r>
            <a:r>
              <a:rPr lang="en-US" sz="2000" b="0" strike="noStrike" spc="-1" dirty="0">
                <a:solidFill>
                  <a:srgbClr val="000000"/>
                </a:solidFill>
                <a:latin typeface="Arial"/>
              </a:rPr>
              <a:t> un </a:t>
            </a:r>
            <a:r>
              <a:rPr lang="en-US" sz="2000" b="0" strike="noStrike" spc="-1" dirty="0" err="1">
                <a:solidFill>
                  <a:srgbClr val="000000"/>
                </a:solidFill>
                <a:latin typeface="Arial"/>
              </a:rPr>
              <a:t>arreglo</a:t>
            </a:r>
            <a:r>
              <a:rPr lang="en-US" sz="2000" b="0" strike="noStrike" spc="-1" dirty="0">
                <a:solidFill>
                  <a:srgbClr val="000000"/>
                </a:solidFill>
                <a:latin typeface="Arial"/>
              </a:rPr>
              <a:t> </a:t>
            </a:r>
            <a:r>
              <a:rPr lang="en-US" sz="2000" b="0" strike="noStrike" spc="-1" dirty="0" err="1">
                <a:solidFill>
                  <a:srgbClr val="000000"/>
                </a:solidFill>
                <a:latin typeface="Arial"/>
              </a:rPr>
              <a:t>genérico</a:t>
            </a:r>
            <a:r>
              <a:rPr lang="en-US" sz="2000" b="0" strike="noStrike" spc="-1" dirty="0">
                <a:solidFill>
                  <a:srgbClr val="000000"/>
                </a:solidFill>
                <a:latin typeface="Arial"/>
              </a:rPr>
              <a:t> con new E[n].</a:t>
            </a:r>
          </a:p>
        </p:txBody>
      </p:sp>
      <p:sp>
        <p:nvSpPr>
          <p:cNvPr id="721" name="PlaceHolder 3"/>
          <p:cNvSpPr>
            <a:spLocks noGrp="1"/>
          </p:cNvSpPr>
          <p:nvPr>
            <p:ph type="sldNum" idx="2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898406EA-EA90-44C6-BD6F-1387A0179AFF}" type="slidenum">
              <a:rPr lang="en-US" sz="1200" b="0" strike="noStrike" spc="-1">
                <a:solidFill>
                  <a:schemeClr val="dk1"/>
                </a:solidFill>
                <a:latin typeface="+mn-lt"/>
                <a:ea typeface="+mn-ea"/>
              </a:rPr>
              <a:t>7</a:t>
            </a:fld>
            <a:endParaRPr lang="en-US" sz="1200" b="0" strike="noStrike" spc="-1">
              <a:solidFill>
                <a:srgbClr val="000000"/>
              </a:solidFill>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2" name="PlaceHolder 1"/>
          <p:cNvSpPr>
            <a:spLocks noGrp="1" noRot="1" noChangeAspect="1"/>
          </p:cNvSpPr>
          <p:nvPr>
            <p:ph type="sldImg"/>
          </p:nvPr>
        </p:nvSpPr>
        <p:spPr>
          <a:xfrm>
            <a:off x="685800" y="1143000"/>
            <a:ext cx="5486040" cy="3085920"/>
          </a:xfrm>
          <a:prstGeom prst="rect">
            <a:avLst/>
          </a:prstGeom>
          <a:ln w="0">
            <a:noFill/>
          </a:ln>
        </p:spPr>
      </p:sp>
      <p:sp>
        <p:nvSpPr>
          <p:cNvPr id="72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marR="0" indent="0" algn="l" defTabSz="914400" rtl="0" eaLnBrk="1" fontAlgn="auto" latinLnBrk="0" hangingPunct="1">
              <a:lnSpc>
                <a:spcPct val="100000"/>
              </a:lnSpc>
              <a:spcBef>
                <a:spcPts val="0"/>
              </a:spcBef>
              <a:spcAft>
                <a:spcPts val="0"/>
              </a:spcAft>
              <a:buClrTx/>
              <a:buSzTx/>
              <a:buFontTx/>
              <a:buNone/>
              <a:tabLst>
                <a:tab pos="0" algn="l"/>
              </a:tabLst>
              <a:defRPr/>
            </a:pPr>
            <a:r>
              <a:rPr lang="es-ES" sz="1200" b="0" kern="1200" dirty="0" smtClean="0">
                <a:solidFill>
                  <a:schemeClr val="tx1"/>
                </a:solidFill>
                <a:effectLst/>
                <a:latin typeface="+mn-lt"/>
                <a:ea typeface="+mn-ea"/>
                <a:cs typeface="+mn-cs"/>
              </a:rPr>
              <a:t>Esta es la clase principal del sistema, la que contiene toda la lógica del</a:t>
            </a:r>
            <a:r>
              <a:rPr lang="es-ES" sz="1200" b="0" kern="1200" baseline="0" dirty="0" smtClean="0">
                <a:solidFill>
                  <a:schemeClr val="tx1"/>
                </a:solidFill>
                <a:effectLst/>
                <a:latin typeface="+mn-lt"/>
                <a:ea typeface="+mn-ea"/>
                <a:cs typeface="+mn-cs"/>
              </a:rPr>
              <a:t> programa, d</a:t>
            </a:r>
            <a:r>
              <a:rPr lang="es-ES" sz="1200" b="0" kern="1200" dirty="0" smtClean="0">
                <a:solidFill>
                  <a:schemeClr val="tx1"/>
                </a:solidFill>
                <a:effectLst/>
                <a:latin typeface="+mn-lt"/>
                <a:ea typeface="+mn-ea"/>
                <a:cs typeface="+mn-cs"/>
              </a:rPr>
              <a:t>entro de ella se guarda un catálogo de productos, que no es más que una lista dinámica (implementada en otra clase) que almacena objetos de tipo `Producto`.</a:t>
            </a:r>
            <a:r>
              <a:rPr lang="es-ES" sz="1200" b="0" kern="1200" baseline="0" dirty="0" smtClean="0">
                <a:solidFill>
                  <a:schemeClr val="tx1"/>
                </a:solidFill>
                <a:effectLst/>
                <a:latin typeface="+mn-lt"/>
                <a:ea typeface="+mn-ea"/>
                <a:cs typeface="+mn-cs"/>
              </a:rPr>
              <a:t> Esta clase </a:t>
            </a:r>
            <a:r>
              <a:rPr lang="es-ES" sz="1200" b="0" kern="1200" baseline="0" dirty="0" err="1" smtClean="0">
                <a:solidFill>
                  <a:schemeClr val="tx1"/>
                </a:solidFill>
                <a:effectLst/>
                <a:latin typeface="+mn-lt"/>
                <a:ea typeface="+mn-ea"/>
                <a:cs typeface="+mn-cs"/>
              </a:rPr>
              <a:t>cont</a:t>
            </a:r>
            <a:r>
              <a:rPr lang="en-US" sz="2000" b="0" strike="noStrike" spc="-1" dirty="0" err="1" smtClean="0">
                <a:solidFill>
                  <a:srgbClr val="000000"/>
                </a:solidFill>
                <a:latin typeface="Arial"/>
              </a:rPr>
              <a:t>iene</a:t>
            </a:r>
            <a:r>
              <a:rPr lang="en-US" sz="2000" b="0" strike="noStrike" spc="-1" dirty="0" smtClean="0">
                <a:solidFill>
                  <a:srgbClr val="000000"/>
                </a:solidFill>
                <a:latin typeface="Arial"/>
              </a:rPr>
              <a:t> </a:t>
            </a:r>
            <a:r>
              <a:rPr lang="en-US" sz="2000" b="0" strike="noStrike" spc="-1" dirty="0">
                <a:solidFill>
                  <a:srgbClr val="000000"/>
                </a:solidFill>
                <a:latin typeface="Arial"/>
              </a:rPr>
              <a:t>las </a:t>
            </a:r>
            <a:r>
              <a:rPr lang="en-US" sz="2000" b="0" strike="noStrike" spc="-1" dirty="0" err="1">
                <a:solidFill>
                  <a:srgbClr val="000000"/>
                </a:solidFill>
                <a:latin typeface="Arial"/>
              </a:rPr>
              <a:t>cinco</a:t>
            </a:r>
            <a:r>
              <a:rPr lang="en-US" sz="2000" b="0" strike="noStrike" spc="-1" dirty="0">
                <a:solidFill>
                  <a:srgbClr val="000000"/>
                </a:solidFill>
                <a:latin typeface="Arial"/>
              </a:rPr>
              <a:t> </a:t>
            </a:r>
            <a:r>
              <a:rPr lang="en-US" sz="2000" b="0" strike="noStrike" spc="-1" dirty="0" err="1" smtClean="0">
                <a:solidFill>
                  <a:srgbClr val="000000"/>
                </a:solidFill>
                <a:latin typeface="Arial"/>
              </a:rPr>
              <a:t>funcionalidades</a:t>
            </a:r>
            <a:r>
              <a:rPr lang="en-US" sz="2000" b="0" strike="noStrike" spc="-1" dirty="0" smtClean="0">
                <a:solidFill>
                  <a:srgbClr val="000000"/>
                </a:solidFill>
                <a:latin typeface="Arial"/>
              </a:rPr>
              <a:t> </a:t>
            </a:r>
            <a:r>
              <a:rPr lang="en-US" sz="2000" b="0" strike="noStrike" spc="-1" dirty="0" err="1" smtClean="0">
                <a:solidFill>
                  <a:srgbClr val="000000"/>
                </a:solidFill>
                <a:latin typeface="Arial"/>
              </a:rPr>
              <a:t>principales</a:t>
            </a:r>
            <a:r>
              <a:rPr lang="en-US" sz="2000" b="0" strike="noStrike" spc="-1" dirty="0" smtClean="0">
                <a:solidFill>
                  <a:srgbClr val="000000"/>
                </a:solidFill>
                <a:latin typeface="Arial"/>
              </a:rPr>
              <a:t> del </a:t>
            </a:r>
            <a:r>
              <a:rPr lang="en-US" sz="2000" b="0" strike="noStrike" spc="-1" dirty="0" err="1" smtClean="0">
                <a:solidFill>
                  <a:srgbClr val="000000"/>
                </a:solidFill>
                <a:latin typeface="Arial"/>
              </a:rPr>
              <a:t>progrma</a:t>
            </a:r>
            <a:r>
              <a:rPr lang="en-US" sz="2000" b="0" strike="noStrike" spc="-1" dirty="0" smtClean="0">
                <a:solidFill>
                  <a:srgbClr val="000000"/>
                </a:solidFill>
                <a:latin typeface="Arial"/>
              </a:rPr>
              <a:t> </a:t>
            </a:r>
            <a:r>
              <a:rPr lang="en-US" sz="2000" b="0" strike="noStrike" spc="-1" dirty="0">
                <a:solidFill>
                  <a:srgbClr val="000000"/>
                </a:solidFill>
                <a:latin typeface="Arial"/>
              </a:rPr>
              <a:t>y </a:t>
            </a:r>
            <a:r>
              <a:rPr lang="en-US" sz="2000" b="0" strike="noStrike" spc="-1" dirty="0" err="1" smtClean="0">
                <a:solidFill>
                  <a:srgbClr val="000000"/>
                </a:solidFill>
                <a:latin typeface="Arial"/>
              </a:rPr>
              <a:t>los</a:t>
            </a:r>
            <a:r>
              <a:rPr lang="en-US" sz="2000" b="0" strike="noStrike" spc="-1" dirty="0" smtClean="0">
                <a:solidFill>
                  <a:srgbClr val="000000"/>
                </a:solidFill>
                <a:latin typeface="Arial"/>
              </a:rPr>
              <a:t> </a:t>
            </a:r>
            <a:r>
              <a:rPr lang="en-US" sz="2000" b="0" strike="noStrike" spc="-1" dirty="0" err="1" smtClean="0">
                <a:solidFill>
                  <a:srgbClr val="000000"/>
                </a:solidFill>
                <a:latin typeface="Arial"/>
              </a:rPr>
              <a:t>métodos</a:t>
            </a:r>
            <a:r>
              <a:rPr lang="en-US" sz="2000" b="0" strike="noStrike" spc="-1" dirty="0" smtClean="0">
                <a:solidFill>
                  <a:srgbClr val="000000"/>
                </a:solidFill>
                <a:latin typeface="Arial"/>
              </a:rPr>
              <a:t> </a:t>
            </a:r>
            <a:r>
              <a:rPr lang="en-US" sz="2000" b="0" strike="noStrike" spc="-1" dirty="0">
                <a:solidFill>
                  <a:srgbClr val="000000"/>
                </a:solidFill>
                <a:latin typeface="Arial"/>
              </a:rPr>
              <a:t>de </a:t>
            </a:r>
            <a:r>
              <a:rPr lang="en-US" sz="2000" b="0" strike="noStrike" spc="-1" dirty="0" err="1">
                <a:solidFill>
                  <a:srgbClr val="000000"/>
                </a:solidFill>
                <a:latin typeface="Arial"/>
              </a:rPr>
              <a:t>apoyo</a:t>
            </a:r>
            <a:r>
              <a:rPr lang="en-US" sz="2000" b="0" strike="noStrike" spc="-1" dirty="0">
                <a:solidFill>
                  <a:srgbClr val="000000"/>
                </a:solidFill>
                <a:latin typeface="Arial"/>
              </a:rPr>
              <a:t>: </a:t>
            </a:r>
            <a:r>
              <a:rPr lang="en-US" sz="2000" b="0" strike="noStrike" spc="-1" dirty="0" err="1">
                <a:solidFill>
                  <a:srgbClr val="000000"/>
                </a:solidFill>
                <a:latin typeface="Arial"/>
              </a:rPr>
              <a:t>buscarPorId</a:t>
            </a:r>
            <a:r>
              <a:rPr lang="en-US" sz="2000" b="0" strike="noStrike" spc="-1" dirty="0">
                <a:solidFill>
                  <a:srgbClr val="000000"/>
                </a:solidFill>
                <a:latin typeface="Arial"/>
              </a:rPr>
              <a:t>, </a:t>
            </a:r>
            <a:r>
              <a:rPr lang="en-US" sz="2000" b="0" strike="noStrike" spc="-1" dirty="0" err="1">
                <a:solidFill>
                  <a:srgbClr val="000000"/>
                </a:solidFill>
                <a:latin typeface="Arial"/>
              </a:rPr>
              <a:t>mostrarProductos</a:t>
            </a:r>
            <a:r>
              <a:rPr lang="en-US" sz="2000" b="0" strike="noStrike" spc="-1" dirty="0">
                <a:solidFill>
                  <a:srgbClr val="000000"/>
                </a:solidFill>
                <a:latin typeface="Arial"/>
              </a:rPr>
              <a:t>, </a:t>
            </a:r>
            <a:r>
              <a:rPr lang="en-US" sz="2000" b="0" strike="noStrike" spc="-1" dirty="0" err="1">
                <a:solidFill>
                  <a:srgbClr val="000000"/>
                </a:solidFill>
                <a:latin typeface="Arial"/>
              </a:rPr>
              <a:t>agregar</a:t>
            </a:r>
            <a:r>
              <a:rPr lang="en-US" sz="2000" b="0" strike="noStrike" spc="-1" dirty="0">
                <a:solidFill>
                  <a:srgbClr val="000000"/>
                </a:solidFill>
                <a:latin typeface="Arial"/>
              </a:rPr>
              <a:t>, </a:t>
            </a:r>
            <a:r>
              <a:rPr lang="en-US" sz="2000" b="0" strike="noStrike" spc="-1" dirty="0" err="1">
                <a:solidFill>
                  <a:srgbClr val="000000"/>
                </a:solidFill>
                <a:latin typeface="Arial"/>
              </a:rPr>
              <a:t>agregarPedir</a:t>
            </a:r>
            <a:r>
              <a:rPr lang="en-US" sz="2000" b="0" strike="noStrike" spc="-1" dirty="0">
                <a:solidFill>
                  <a:srgbClr val="000000"/>
                </a:solidFill>
                <a:latin typeface="Arial"/>
              </a:rPr>
              <a:t> y </a:t>
            </a:r>
            <a:r>
              <a:rPr lang="en-US" sz="2000" b="0" strike="noStrike" spc="-1" dirty="0" smtClean="0">
                <a:solidFill>
                  <a:srgbClr val="000000"/>
                </a:solidFill>
                <a:latin typeface="Arial"/>
              </a:rPr>
              <a:t>las </a:t>
            </a:r>
            <a:r>
              <a:rPr lang="en-US" sz="2000" b="0" strike="noStrike" spc="-1" dirty="0" err="1" smtClean="0">
                <a:solidFill>
                  <a:srgbClr val="000000"/>
                </a:solidFill>
                <a:latin typeface="Arial"/>
              </a:rPr>
              <a:t>validaciones</a:t>
            </a:r>
            <a:r>
              <a:rPr lang="en-US" sz="2000" b="0" strike="noStrike" spc="-1" dirty="0" smtClean="0">
                <a:solidFill>
                  <a:srgbClr val="000000"/>
                </a:solidFill>
                <a:latin typeface="Arial"/>
              </a:rPr>
              <a:t>. </a:t>
            </a:r>
            <a:r>
              <a:rPr lang="en-US" sz="2000" b="0" strike="noStrike" spc="-1" dirty="0" err="1">
                <a:solidFill>
                  <a:srgbClr val="000000"/>
                </a:solidFill>
                <a:latin typeface="Arial"/>
              </a:rPr>
              <a:t>Todas</a:t>
            </a:r>
            <a:r>
              <a:rPr lang="en-US" sz="2000" b="0" strike="noStrike" spc="-1" dirty="0">
                <a:solidFill>
                  <a:srgbClr val="000000"/>
                </a:solidFill>
                <a:latin typeface="Arial"/>
              </a:rPr>
              <a:t> las </a:t>
            </a:r>
            <a:r>
              <a:rPr lang="en-US" sz="2000" b="0" strike="noStrike" spc="-1" dirty="0" err="1">
                <a:solidFill>
                  <a:srgbClr val="000000"/>
                </a:solidFill>
                <a:latin typeface="Arial"/>
              </a:rPr>
              <a:t>funcionalidades</a:t>
            </a:r>
            <a:r>
              <a:rPr lang="en-US" sz="2000" b="0" strike="noStrike" spc="-1" dirty="0">
                <a:solidFill>
                  <a:srgbClr val="000000"/>
                </a:solidFill>
                <a:latin typeface="Arial"/>
              </a:rPr>
              <a:t> </a:t>
            </a:r>
            <a:r>
              <a:rPr lang="en-US" sz="2000" b="0" strike="noStrike" spc="-1" dirty="0" err="1">
                <a:solidFill>
                  <a:srgbClr val="000000"/>
                </a:solidFill>
                <a:latin typeface="Arial"/>
              </a:rPr>
              <a:t>siguen</a:t>
            </a:r>
            <a:r>
              <a:rPr lang="en-US" sz="2000" b="0" strike="noStrike" spc="-1" dirty="0">
                <a:solidFill>
                  <a:srgbClr val="000000"/>
                </a:solidFill>
                <a:latin typeface="Arial"/>
              </a:rPr>
              <a:t> el </a:t>
            </a:r>
            <a:r>
              <a:rPr lang="en-US" sz="2000" b="0" strike="noStrike" spc="-1" dirty="0" err="1">
                <a:solidFill>
                  <a:srgbClr val="000000"/>
                </a:solidFill>
                <a:latin typeface="Arial"/>
              </a:rPr>
              <a:t>mismo</a:t>
            </a:r>
            <a:r>
              <a:rPr lang="en-US" sz="2000" b="0" strike="noStrike" spc="-1" dirty="0">
                <a:solidFill>
                  <a:srgbClr val="000000"/>
                </a:solidFill>
                <a:latin typeface="Arial"/>
              </a:rPr>
              <a:t> </a:t>
            </a:r>
            <a:r>
              <a:rPr lang="en-US" sz="2000" b="0" strike="noStrike" spc="-1" dirty="0" err="1">
                <a:solidFill>
                  <a:srgbClr val="000000"/>
                </a:solidFill>
                <a:latin typeface="Arial"/>
              </a:rPr>
              <a:t>camino</a:t>
            </a:r>
            <a:r>
              <a:rPr lang="en-US" sz="2000" b="0" strike="noStrike" spc="-1" dirty="0">
                <a:solidFill>
                  <a:srgbClr val="000000"/>
                </a:solidFill>
                <a:latin typeface="Arial"/>
              </a:rPr>
              <a:t>: </a:t>
            </a:r>
            <a:r>
              <a:rPr lang="en-US" sz="2000" b="0" strike="noStrike" spc="-1" dirty="0" err="1">
                <a:solidFill>
                  <a:srgbClr val="000000"/>
                </a:solidFill>
                <a:latin typeface="Arial"/>
              </a:rPr>
              <a:t>validan</a:t>
            </a:r>
            <a:r>
              <a:rPr lang="en-US" sz="2000" b="0" strike="noStrike" spc="-1" dirty="0">
                <a:solidFill>
                  <a:srgbClr val="000000"/>
                </a:solidFill>
                <a:latin typeface="Arial"/>
              </a:rPr>
              <a:t>, </a:t>
            </a:r>
            <a:r>
              <a:rPr lang="en-US" sz="2000" b="0" strike="noStrike" spc="-1" dirty="0" err="1">
                <a:solidFill>
                  <a:srgbClr val="000000"/>
                </a:solidFill>
                <a:latin typeface="Arial"/>
              </a:rPr>
              <a:t>recorren</a:t>
            </a:r>
            <a:r>
              <a:rPr lang="en-US" sz="2000" b="0" strike="noStrike" spc="-1" dirty="0">
                <a:solidFill>
                  <a:srgbClr val="000000"/>
                </a:solidFill>
                <a:latin typeface="Arial"/>
              </a:rPr>
              <a:t> la </a:t>
            </a:r>
            <a:r>
              <a:rPr lang="en-US" sz="2000" b="0" strike="noStrike" spc="-1" dirty="0" err="1">
                <a:solidFill>
                  <a:srgbClr val="000000"/>
                </a:solidFill>
                <a:latin typeface="Arial"/>
              </a:rPr>
              <a:t>lista</a:t>
            </a:r>
            <a:r>
              <a:rPr lang="en-US" sz="2000" b="0" strike="noStrike" spc="-1" dirty="0">
                <a:solidFill>
                  <a:srgbClr val="000000"/>
                </a:solidFill>
                <a:latin typeface="Arial"/>
              </a:rPr>
              <a:t> </a:t>
            </a:r>
            <a:r>
              <a:rPr lang="en-US" sz="2000" b="0" strike="noStrike" spc="-1" dirty="0" err="1">
                <a:solidFill>
                  <a:srgbClr val="000000"/>
                </a:solidFill>
                <a:latin typeface="Arial"/>
              </a:rPr>
              <a:t>producto</a:t>
            </a:r>
            <a:r>
              <a:rPr lang="en-US" sz="2000" b="0" strike="noStrike" spc="-1" dirty="0">
                <a:solidFill>
                  <a:srgbClr val="000000"/>
                </a:solidFill>
                <a:latin typeface="Arial"/>
              </a:rPr>
              <a:t> </a:t>
            </a:r>
            <a:r>
              <a:rPr lang="en-US" sz="2000" b="0" strike="noStrike" spc="-1" dirty="0" err="1">
                <a:solidFill>
                  <a:srgbClr val="000000"/>
                </a:solidFill>
                <a:latin typeface="Arial"/>
              </a:rPr>
              <a:t>por</a:t>
            </a:r>
            <a:r>
              <a:rPr lang="en-US" sz="2000" b="0" strike="noStrike" spc="-1" dirty="0">
                <a:solidFill>
                  <a:srgbClr val="000000"/>
                </a:solidFill>
                <a:latin typeface="Arial"/>
              </a:rPr>
              <a:t> </a:t>
            </a:r>
            <a:r>
              <a:rPr lang="en-US" sz="2000" b="0" strike="noStrike" spc="-1" dirty="0" err="1">
                <a:solidFill>
                  <a:srgbClr val="000000"/>
                </a:solidFill>
                <a:latin typeface="Arial"/>
              </a:rPr>
              <a:t>producto</a:t>
            </a:r>
            <a:r>
              <a:rPr lang="en-US" sz="2000" b="0" strike="noStrike" spc="-1" dirty="0">
                <a:solidFill>
                  <a:srgbClr val="000000"/>
                </a:solidFill>
                <a:latin typeface="Arial"/>
              </a:rPr>
              <a:t> y </a:t>
            </a:r>
            <a:r>
              <a:rPr lang="en-US" sz="2000" b="0" strike="noStrike" spc="-1" dirty="0" err="1">
                <a:solidFill>
                  <a:srgbClr val="000000"/>
                </a:solidFill>
                <a:latin typeface="Arial"/>
              </a:rPr>
              <a:t>muestran</a:t>
            </a:r>
            <a:r>
              <a:rPr lang="en-US" sz="2000" b="0" strike="noStrike" spc="-1" dirty="0">
                <a:solidFill>
                  <a:srgbClr val="000000"/>
                </a:solidFill>
                <a:latin typeface="Arial"/>
              </a:rPr>
              <a:t> el </a:t>
            </a:r>
            <a:r>
              <a:rPr lang="en-US" sz="2000" b="0" strike="noStrike" spc="-1" dirty="0" err="1">
                <a:solidFill>
                  <a:srgbClr val="000000"/>
                </a:solidFill>
                <a:latin typeface="Arial"/>
              </a:rPr>
              <a:t>resultado</a:t>
            </a:r>
            <a:r>
              <a:rPr lang="en-US" sz="2000" b="0" strike="noStrike" spc="-1" dirty="0">
                <a:solidFill>
                  <a:srgbClr val="000000"/>
                </a:solidFill>
                <a:latin typeface="Arial"/>
              </a:rPr>
              <a:t> o un ERROR</a:t>
            </a:r>
            <a:r>
              <a:rPr lang="en-US" sz="2000" b="0" strike="noStrike" spc="-1" dirty="0" smtClean="0">
                <a:solidFill>
                  <a:srgbClr val="000000"/>
                </a:solidFill>
                <a:latin typeface="Arial"/>
              </a:rPr>
              <a:t>.</a:t>
            </a:r>
            <a:endParaRPr lang="en-US" sz="2000" b="0" strike="noStrike" spc="-1" dirty="0">
              <a:solidFill>
                <a:srgbClr val="000000"/>
              </a:solidFill>
              <a:latin typeface="Arial"/>
            </a:endParaRPr>
          </a:p>
        </p:txBody>
      </p:sp>
      <p:sp>
        <p:nvSpPr>
          <p:cNvPr id="724" name="PlaceHolder 3"/>
          <p:cNvSpPr>
            <a:spLocks noGrp="1"/>
          </p:cNvSpPr>
          <p:nvPr>
            <p:ph type="sldNum" idx="2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A696232D-EB11-48A6-8D3B-01D517F8BC54}" type="slidenum">
              <a:rPr lang="en-US" sz="1200" b="0" strike="noStrike" spc="-1">
                <a:solidFill>
                  <a:schemeClr val="dk1"/>
                </a:solidFill>
                <a:latin typeface="+mn-lt"/>
                <a:ea typeface="+mn-ea"/>
              </a:rPr>
              <a:t>8</a:t>
            </a:fld>
            <a:endParaRPr lang="en-US" sz="1200" b="0" strike="noStrike" spc="-1">
              <a:solidFill>
                <a:srgbClr val="000000"/>
              </a:solidFill>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5" name="PlaceHolder 1"/>
          <p:cNvSpPr>
            <a:spLocks noGrp="1" noRot="1" noChangeAspect="1"/>
          </p:cNvSpPr>
          <p:nvPr>
            <p:ph type="sldImg"/>
          </p:nvPr>
        </p:nvSpPr>
        <p:spPr>
          <a:xfrm>
            <a:off x="685800" y="1143000"/>
            <a:ext cx="5486040" cy="3085920"/>
          </a:xfrm>
          <a:prstGeom prst="rect">
            <a:avLst/>
          </a:prstGeom>
          <a:ln w="0">
            <a:noFill/>
          </a:ln>
        </p:spPr>
      </p:sp>
      <p:sp>
        <p:nvSpPr>
          <p:cNvPr id="72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n-US" sz="2000" b="0" strike="noStrike" spc="-1">
                <a:solidFill>
                  <a:srgbClr val="000000"/>
                </a:solidFill>
                <a:latin typeface="Arial"/>
              </a:rPr>
              <a:t>Recibe un precio mínimo y uno máximo y muestra los nombres de los productos dentro del rango, incluyendo los extremos. Primero valida que haya productos y que el mínimo no sea mayor que el máximo. Recorre la lista y guarda los nombres en otra ArrayList, la muestra también. De 50 a 200 entran el Teclado y el Monitor.</a:t>
            </a:r>
          </a:p>
        </p:txBody>
      </p:sp>
      <p:sp>
        <p:nvSpPr>
          <p:cNvPr id="727" name="PlaceHolder 3"/>
          <p:cNvSpPr>
            <a:spLocks noGrp="1"/>
          </p:cNvSpPr>
          <p:nvPr>
            <p:ph type="sldNum" idx="2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D49B726D-F0B7-49DD-8273-76FE3785CDF8}" type="slidenum">
              <a:rPr lang="en-US" sz="1200" b="0" strike="noStrike" spc="-1">
                <a:solidFill>
                  <a:schemeClr val="dk1"/>
                </a:solidFill>
                <a:latin typeface="+mn-lt"/>
                <a:ea typeface="+mn-ea"/>
              </a:rPr>
              <a:t>9</a:t>
            </a:fld>
            <a:endParaRPr lang="en-US" sz="1200" b="0" strike="noStrike" spc="-1">
              <a:solidFill>
                <a:srgbClr val="000000"/>
              </a:solidFill>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8" name="PlaceHolder 1"/>
          <p:cNvSpPr>
            <a:spLocks noGrp="1" noRot="1" noChangeAspect="1"/>
          </p:cNvSpPr>
          <p:nvPr>
            <p:ph type="sldImg"/>
          </p:nvPr>
        </p:nvSpPr>
        <p:spPr>
          <a:xfrm>
            <a:off x="685800" y="1143000"/>
            <a:ext cx="5486040" cy="3085920"/>
          </a:xfrm>
          <a:prstGeom prst="rect">
            <a:avLst/>
          </a:prstGeom>
          <a:ln w="0">
            <a:noFill/>
          </a:ln>
        </p:spPr>
      </p:sp>
      <p:sp>
        <p:nvSpPr>
          <p:cNvPr id="72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n-US" sz="2000" b="0" strike="noStrike" spc="-1">
                <a:solidFill>
                  <a:srgbClr val="000000"/>
                </a:solidFill>
                <a:latin typeface="Arial"/>
              </a:rPr>
              <a:t>Baja el precio a todos los productos de una marca. Compara la marca sin importar mayúsculas y calcula el precio nuevo con precio por uno menos porcentaje entre cien. Con 10 por ciento a ASUS, la laptop pasa de 1200 a 1080 y el teclado de 80 a 72. Cuenta cuántos modificó, en este caso 2. Avisa con ERROR si no hay productos, si el porcentaje no está entre 0 y 100 o si no hay productos de esa marca.</a:t>
            </a:r>
          </a:p>
        </p:txBody>
      </p:sp>
      <p:sp>
        <p:nvSpPr>
          <p:cNvPr id="730" name="PlaceHolder 3"/>
          <p:cNvSpPr>
            <a:spLocks noGrp="1"/>
          </p:cNvSpPr>
          <p:nvPr>
            <p:ph type="sldNum" idx="2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1643BB6A-A446-4E79-806A-D1D4D2C6B923}" type="slidenum">
              <a:rPr lang="en-US" sz="1200" b="0" strike="noStrike" spc="-1">
                <a:solidFill>
                  <a:schemeClr val="dk1"/>
                </a:solidFill>
                <a:latin typeface="+mn-lt"/>
                <a:ea typeface="+mn-ea"/>
              </a:rPr>
              <a:t>10</a:t>
            </a:fld>
            <a:endParaRPr lang="en-US" sz="1200" b="0" strike="noStrike" spc="-1">
              <a:solidFill>
                <a:srgbClr val="000000"/>
              </a:solidFill>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 name="PlaceHolder 1"/>
          <p:cNvSpPr>
            <a:spLocks noGrp="1" noRot="1" noChangeAspect="1"/>
          </p:cNvSpPr>
          <p:nvPr>
            <p:ph type="sldImg"/>
          </p:nvPr>
        </p:nvSpPr>
        <p:spPr>
          <a:xfrm>
            <a:off x="685800" y="1143000"/>
            <a:ext cx="5486040" cy="3085920"/>
          </a:xfrm>
          <a:prstGeom prst="rect">
            <a:avLst/>
          </a:prstGeom>
          <a:ln w="0">
            <a:noFill/>
          </a:ln>
        </p:spPr>
      </p:sp>
      <p:sp>
        <p:nvSpPr>
          <p:cNvPr id="73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n-US" sz="2000" b="0" strike="noStrike" spc="-1">
                <a:solidFill>
                  <a:srgbClr val="000000"/>
                </a:solidFill>
                <a:latin typeface="Arial"/>
              </a:rPr>
              <a:t>Tomamos el primer producto como candidato y lo comparamos con los demás. Si aparece uno con precio menor, pasa a ser el candidato. Con los precios ya rebajados, la laptop empieza como candidata, el mouse con 25 le gana y ni el teclado ni el monitor lo superan. Si hay empate se queda el primero, porque solo cambiamos si es estrictamente menor.</a:t>
            </a:r>
          </a:p>
        </p:txBody>
      </p:sp>
      <p:sp>
        <p:nvSpPr>
          <p:cNvPr id="733" name="PlaceHolder 3"/>
          <p:cNvSpPr>
            <a:spLocks noGrp="1"/>
          </p:cNvSpPr>
          <p:nvPr>
            <p:ph type="sldNum" idx="3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73939003-AC4D-447E-B87A-2AD4026DC839}" type="slidenum">
              <a:rPr lang="en-US" sz="1200" b="0" strike="noStrike" spc="-1">
                <a:solidFill>
                  <a:schemeClr val="dk1"/>
                </a:solidFill>
                <a:latin typeface="+mn-lt"/>
                <a:ea typeface="+mn-ea"/>
              </a:rPr>
              <a:t>11</a:t>
            </a:fld>
            <a:endParaRPr lang="en-US" sz="1200" b="0" strike="noStrike" spc="-1">
              <a:solidFill>
                <a:srgbClr val="000000"/>
              </a:solidFill>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4" name="PlaceHolder 1"/>
          <p:cNvSpPr>
            <a:spLocks noGrp="1" noRot="1" noChangeAspect="1"/>
          </p:cNvSpPr>
          <p:nvPr>
            <p:ph type="sldImg"/>
          </p:nvPr>
        </p:nvSpPr>
        <p:spPr>
          <a:xfrm>
            <a:off x="685800" y="1143000"/>
            <a:ext cx="5486040" cy="3085920"/>
          </a:xfrm>
          <a:prstGeom prst="rect">
            <a:avLst/>
          </a:prstGeom>
          <a:ln w="0">
            <a:noFill/>
          </a:ln>
        </p:spPr>
      </p:sp>
      <p:sp>
        <p:nvSpPr>
          <p:cNvPr id="73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n-US" sz="2000" b="0" strike="noStrike" spc="-1">
                <a:solidFill>
                  <a:srgbClr val="000000"/>
                </a:solidFill>
                <a:latin typeface="Arial"/>
              </a:rPr>
              <a:t>Actualiza el precio de un producto usando su ID. Valida que haya productos y que el precio nuevo sea mayor que 0. Busca el producto con buscarPorId. Si no existe, como P99, avisa con ERROR y devuelve false. Si existe, le cambia el precio con setPrecio y devuelve true. Aclaramos que aunque se llama reponer stock, el enunciado pide solo cambiar el precio.</a:t>
            </a:r>
          </a:p>
        </p:txBody>
      </p:sp>
      <p:sp>
        <p:nvSpPr>
          <p:cNvPr id="736" name="PlaceHolder 3"/>
          <p:cNvSpPr>
            <a:spLocks noGrp="1"/>
          </p:cNvSpPr>
          <p:nvPr>
            <p:ph type="sldNum" idx="3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31855A1D-3643-488C-B0D5-AC5241DD7ABB}" type="slidenum">
              <a:rPr lang="en-US" sz="1200" b="0" strike="noStrike" spc="-1">
                <a:solidFill>
                  <a:schemeClr val="dk1"/>
                </a:solidFill>
                <a:latin typeface="+mn-lt"/>
                <a:ea typeface="+mn-ea"/>
              </a:rPr>
              <a:t>12</a:t>
            </a:fld>
            <a:endParaRPr lang="en-US" sz="1200" b="0" strike="noStrike" spc="-1">
              <a:solidFill>
                <a:srgbClr val="000000"/>
              </a:solidFill>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 name="PlaceHolder 1"/>
          <p:cNvSpPr>
            <a:spLocks noGrp="1" noRot="1" noChangeAspect="1"/>
          </p:cNvSpPr>
          <p:nvPr>
            <p:ph type="sldImg"/>
          </p:nvPr>
        </p:nvSpPr>
        <p:spPr>
          <a:xfrm>
            <a:off x="685800" y="1143000"/>
            <a:ext cx="5486400" cy="3086100"/>
          </a:xfrm>
          <a:prstGeom prst="rect">
            <a:avLst/>
          </a:prstGeom>
          <a:ln w="0">
            <a:noFill/>
          </a:ln>
        </p:spPr>
      </p:sp>
      <p:sp>
        <p:nvSpPr>
          <p:cNvPr id="73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r>
              <a:rPr lang="es-ES" sz="1200" b="0" i="0" kern="1200" dirty="0" smtClean="0">
                <a:solidFill>
                  <a:schemeClr val="tx1"/>
                </a:solidFill>
                <a:effectLst/>
                <a:latin typeface="+mn-lt"/>
                <a:ea typeface="+mn-ea"/>
                <a:cs typeface="+mn-cs"/>
              </a:rPr>
              <a:t>El</a:t>
            </a:r>
            <a:r>
              <a:rPr lang="es-ES" sz="1200" b="0" i="0" kern="1200" baseline="0" dirty="0" smtClean="0">
                <a:solidFill>
                  <a:schemeClr val="tx1"/>
                </a:solidFill>
                <a:effectLst/>
                <a:latin typeface="+mn-lt"/>
                <a:ea typeface="+mn-ea"/>
                <a:cs typeface="+mn-cs"/>
              </a:rPr>
              <a:t> método </a:t>
            </a:r>
            <a:r>
              <a:rPr lang="es-ES" sz="1200" b="0" i="0" kern="1200" dirty="0" err="1" smtClean="0">
                <a:solidFill>
                  <a:schemeClr val="tx1"/>
                </a:solidFill>
                <a:effectLst/>
                <a:latin typeface="+mn-lt"/>
                <a:ea typeface="+mn-ea"/>
                <a:cs typeface="+mn-cs"/>
              </a:rPr>
              <a:t>promedioPrecioPorMarca</a:t>
            </a:r>
            <a:r>
              <a:rPr lang="es-ES" sz="1200" b="0" i="0" kern="1200" dirty="0" smtClean="0">
                <a:solidFill>
                  <a:schemeClr val="tx1"/>
                </a:solidFill>
                <a:effectLst/>
                <a:latin typeface="+mn-lt"/>
                <a:ea typeface="+mn-ea"/>
                <a:cs typeface="+mn-cs"/>
              </a:rPr>
              <a:t> sirve para calcular el precio promedio de todos los productos que pertenecen a una marca específica.</a:t>
            </a:r>
            <a:r>
              <a:rPr lang="es-ES" sz="1200" b="0" i="0" kern="1200" baseline="0" dirty="0" smtClean="0">
                <a:solidFill>
                  <a:schemeClr val="tx1"/>
                </a:solidFill>
                <a:effectLst/>
                <a:latin typeface="+mn-lt"/>
                <a:ea typeface="+mn-ea"/>
                <a:cs typeface="+mn-cs"/>
              </a:rPr>
              <a:t> </a:t>
            </a:r>
            <a:r>
              <a:rPr lang="es-ES" sz="1200" b="0" i="0" kern="1200" dirty="0" smtClean="0">
                <a:solidFill>
                  <a:schemeClr val="tx1"/>
                </a:solidFill>
                <a:effectLst/>
                <a:latin typeface="+mn-lt"/>
                <a:ea typeface="+mn-ea"/>
                <a:cs typeface="+mn-cs"/>
              </a:rPr>
              <a:t>Para lograrlo, el método recorre la lista acumulando la suma de los precios y contando cuántos productos coinciden con la marca buscada. Al final, divide la suma total entre la cantidad de productos encontrados. Además, si no hay ningún producto de esa marca, devuelve 0.0 para evitar una división entre cero. Por ejemplo, los dos productos ASUS a los cuales se les aplicaron un descuento en uno de los métodos anteriores se suman y</a:t>
            </a:r>
            <a:r>
              <a:rPr lang="es-ES" sz="1200" b="0" i="0" kern="1200" baseline="0" dirty="0" smtClean="0">
                <a:solidFill>
                  <a:schemeClr val="tx1"/>
                </a:solidFill>
                <a:effectLst/>
                <a:latin typeface="+mn-lt"/>
                <a:ea typeface="+mn-ea"/>
                <a:cs typeface="+mn-cs"/>
              </a:rPr>
              <a:t> dividen entre 2</a:t>
            </a:r>
            <a:r>
              <a:rPr lang="es-ES" sz="1200" b="0" i="0" kern="1200" dirty="0" smtClean="0">
                <a:solidFill>
                  <a:schemeClr val="tx1"/>
                </a:solidFill>
                <a:effectLst/>
                <a:latin typeface="+mn-lt"/>
                <a:ea typeface="+mn-ea"/>
                <a:cs typeface="+mn-cs"/>
              </a:rPr>
              <a:t> dando como resultado un promedio de 576.0.</a:t>
            </a:r>
          </a:p>
          <a:p>
            <a:r>
              <a:rPr lang="es-ES" sz="2000" dirty="0" smtClean="0"/>
              <a:t/>
            </a:r>
            <a:br>
              <a:rPr lang="es-ES" sz="2000" dirty="0" smtClean="0"/>
            </a:br>
            <a:endParaRPr lang="en-US" sz="2000" b="0" strike="noStrike" spc="-1" dirty="0">
              <a:solidFill>
                <a:srgbClr val="000000"/>
              </a:solidFill>
              <a:latin typeface="Arial"/>
            </a:endParaRPr>
          </a:p>
        </p:txBody>
      </p:sp>
      <p:sp>
        <p:nvSpPr>
          <p:cNvPr id="739" name="PlaceHolder 3"/>
          <p:cNvSpPr>
            <a:spLocks noGrp="1"/>
          </p:cNvSpPr>
          <p:nvPr>
            <p:ph type="sldNum" idx="3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8A283D6B-573A-431F-B729-A7A3ADE0D331}" type="slidenum">
              <a:rPr lang="en-US" sz="1200" b="0" strike="noStrike" spc="-1">
                <a:solidFill>
                  <a:schemeClr val="dk1"/>
                </a:solidFill>
                <a:latin typeface="+mn-lt"/>
                <a:ea typeface="+mn-ea"/>
              </a:rPr>
              <a:t>13</a:t>
            </a:fld>
            <a:endParaRPr lang="en-US" sz="1200" b="0" strike="noStrike" spc="-1">
              <a:solidFill>
                <a:srgbClr val="000000"/>
              </a:solidFill>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0" name="PlaceHolder 1"/>
          <p:cNvSpPr>
            <a:spLocks noGrp="1" noRot="1" noChangeAspect="1"/>
          </p:cNvSpPr>
          <p:nvPr>
            <p:ph type="sldImg"/>
          </p:nvPr>
        </p:nvSpPr>
        <p:spPr>
          <a:xfrm>
            <a:off x="685800" y="1143000"/>
            <a:ext cx="5486040" cy="3085920"/>
          </a:xfrm>
          <a:prstGeom prst="rect">
            <a:avLst/>
          </a:prstGeom>
          <a:ln w="0">
            <a:noFill/>
          </a:ln>
        </p:spPr>
      </p:sp>
      <p:sp>
        <p:nvSpPr>
          <p:cNvPr id="74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n-US" sz="2000" b="0" strike="noStrike" spc="-1">
                <a:solidFill>
                  <a:srgbClr val="000000"/>
                </a:solidFill>
                <a:latin typeface="Arial"/>
              </a:rPr>
              <a:t>Main solo habla con el usuario: muestra el menú y lee lo que escribe. Cada opción llama a un método del gestor. Hay dos niveles de control: lo que escribe el usuario, donde los métodos validan y repiten la pregunta hasta que el dato sea correcto, y las reglas del negocio, donde cada funcionalidad avisa con un ERROR en vez de fallar.</a:t>
            </a:r>
          </a:p>
        </p:txBody>
      </p:sp>
      <p:sp>
        <p:nvSpPr>
          <p:cNvPr id="742" name="PlaceHolder 3"/>
          <p:cNvSpPr>
            <a:spLocks noGrp="1"/>
          </p:cNvSpPr>
          <p:nvPr>
            <p:ph type="sldNum" idx="3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863BF5FE-73F8-4DD4-8F52-A601502F5518}" type="slidenum">
              <a:rPr lang="en-US" sz="1200" b="0" strike="noStrike" spc="-1">
                <a:solidFill>
                  <a:schemeClr val="dk1"/>
                </a:solidFill>
                <a:latin typeface="+mn-lt"/>
                <a:ea typeface="+mn-ea"/>
              </a:rPr>
              <a:t>14</a:t>
            </a:fld>
            <a:endParaRPr lang="en-US" sz="1200" b="0" strike="noStrike" spc="-1">
              <a:solidFill>
                <a:srgbClr val="000000"/>
              </a:solidFill>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3" name="PlaceHolder 1"/>
          <p:cNvSpPr>
            <a:spLocks noGrp="1" noRot="1" noChangeAspect="1"/>
          </p:cNvSpPr>
          <p:nvPr>
            <p:ph type="sldImg"/>
          </p:nvPr>
        </p:nvSpPr>
        <p:spPr>
          <a:xfrm>
            <a:off x="685800" y="1143000"/>
            <a:ext cx="5486040" cy="3085920"/>
          </a:xfrm>
          <a:prstGeom prst="rect">
            <a:avLst/>
          </a:prstGeom>
          <a:ln w="0">
            <a:noFill/>
          </a:ln>
        </p:spPr>
      </p:sp>
      <p:sp>
        <p:nvSpPr>
          <p:cNvPr id="74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n-US" sz="2000" b="0" strike="noStrike" spc="-1">
                <a:solidFill>
                  <a:srgbClr val="000000"/>
                </a:solidFill>
                <a:latin typeface="Arial"/>
              </a:rPr>
              <a:t>La opción 8 del menú ejecuta todas las pruebas automáticamente. El primer escenario usa los datos del enunciado y tiene 6 casos positivos: mostrar los productos, filtrar entre 50 y 200, aplicar 10 por ciento a ASUS, buscar el más barato, cambiar el precio de P02 y calcular el promedio de ASUS, que da 576.0. Si hay tiempo, ejecutarlo en vivo.</a:t>
            </a:r>
          </a:p>
        </p:txBody>
      </p:sp>
      <p:sp>
        <p:nvSpPr>
          <p:cNvPr id="745" name="PlaceHolder 3"/>
          <p:cNvSpPr>
            <a:spLocks noGrp="1"/>
          </p:cNvSpPr>
          <p:nvPr>
            <p:ph type="sldNum" idx="3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1B74A521-FBA9-4F12-BFB2-1155225C1B69}" type="slidenum">
              <a:rPr lang="en-US" sz="1200" b="0" strike="noStrike" spc="-1">
                <a:solidFill>
                  <a:schemeClr val="dk1"/>
                </a:solidFill>
                <a:latin typeface="+mn-lt"/>
                <a:ea typeface="+mn-ea"/>
              </a:rPr>
              <a:t>15</a:t>
            </a:fld>
            <a:endParaRPr lang="en-US" sz="1200" b="0" strike="noStrike" spc="-1">
              <a:solidFill>
                <a:srgbClr val="000000"/>
              </a:solidFill>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6" name="PlaceHolder 1"/>
          <p:cNvSpPr>
            <a:spLocks noGrp="1" noRot="1" noChangeAspect="1"/>
          </p:cNvSpPr>
          <p:nvPr>
            <p:ph type="sldImg"/>
          </p:nvPr>
        </p:nvSpPr>
        <p:spPr>
          <a:xfrm>
            <a:off x="685800" y="1143000"/>
            <a:ext cx="5486040" cy="3085920"/>
          </a:xfrm>
          <a:prstGeom prst="rect">
            <a:avLst/>
          </a:prstGeom>
          <a:ln w="0">
            <a:noFill/>
          </a:ln>
        </p:spPr>
      </p:sp>
      <p:sp>
        <p:nvSpPr>
          <p:cNvPr id="74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n-US" sz="2000" b="0" strike="noStrike" spc="-1">
                <a:solidFill>
                  <a:srgbClr val="000000"/>
                </a:solidFill>
                <a:latin typeface="Arial"/>
              </a:rPr>
              <a:t>El segundo escenario tiene 8 casos negativos y de borde: catálogo vacío en los 6 métodos, marca sin productos, ID inexistente, rango al revés, descuentos de 150 y de menos 10, precio nuevo negativo y un rango sin resultados. En todos el programa avisa con un mensaje en lugar de romperse.</a:t>
            </a:r>
          </a:p>
        </p:txBody>
      </p:sp>
      <p:sp>
        <p:nvSpPr>
          <p:cNvPr id="748" name="PlaceHolder 3"/>
          <p:cNvSpPr>
            <a:spLocks noGrp="1"/>
          </p:cNvSpPr>
          <p:nvPr>
            <p:ph type="sldNum" idx="3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8539FF15-6F58-4A8C-AED8-67BDC73C8CC4}" type="slidenum">
              <a:rPr lang="en-US" sz="1200" b="0" strike="noStrike" spc="-1">
                <a:solidFill>
                  <a:schemeClr val="dk1"/>
                </a:solidFill>
                <a:latin typeface="+mn-lt"/>
                <a:ea typeface="+mn-ea"/>
              </a:rPr>
              <a:t>16</a:t>
            </a:fld>
            <a:endParaRPr lang="en-US" sz="1200" b="0" strike="noStrike" spc="-1">
              <a:solidFill>
                <a:srgbClr val="000000"/>
              </a:solidFill>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9" name="PlaceHolder 1"/>
          <p:cNvSpPr>
            <a:spLocks noGrp="1" noRot="1" noChangeAspect="1"/>
          </p:cNvSpPr>
          <p:nvPr>
            <p:ph type="sldImg"/>
          </p:nvPr>
        </p:nvSpPr>
        <p:spPr>
          <a:xfrm>
            <a:off x="685800" y="1143000"/>
            <a:ext cx="5486040" cy="3085920"/>
          </a:xfrm>
          <a:prstGeom prst="rect">
            <a:avLst/>
          </a:prstGeom>
          <a:ln w="0">
            <a:noFill/>
          </a:ln>
        </p:spPr>
      </p:sp>
      <p:sp>
        <p:nvSpPr>
          <p:cNvPr id="75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en-US" sz="2000" b="0" strike="noStrike" spc="-1">
                <a:solidFill>
                  <a:srgbClr val="000000"/>
                </a:solidFill>
                <a:latin typeface="Arial"/>
              </a:rPr>
              <a:t>Para cerrar: la tienda necesitaba control de su catálogo y lo resolvimos con cinco piezas que trabajan juntas. Producto es lo que se guarda, ArrayList es dónde se guarda y crece sola, el Gestor tiene las cinco funcionalidades, Main las pone en manos del usuario y las 14 pruebas comprueban que todo funciona. Como mejoras vemos duplicar la capacidad al crecer, lanzar excepciones, pruebas con JUnit y que los métodos devuelvan resultados. Abrimos a preguntas.</a:t>
            </a:r>
          </a:p>
        </p:txBody>
      </p:sp>
      <p:sp>
        <p:nvSpPr>
          <p:cNvPr id="751" name="PlaceHolder 3"/>
          <p:cNvSpPr>
            <a:spLocks noGrp="1"/>
          </p:cNvSpPr>
          <p:nvPr>
            <p:ph type="sldNum" idx="3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73EC5C61-5072-4532-BC3B-3857F1A7F431}" type="slidenum">
              <a:rPr lang="en-US" sz="1200" b="0" strike="noStrike" spc="-1">
                <a:solidFill>
                  <a:schemeClr val="dk1"/>
                </a:solidFill>
                <a:latin typeface="+mn-lt"/>
                <a:ea typeface="+mn-ea"/>
              </a:rPr>
              <a:t>17</a:t>
            </a:fld>
            <a:endParaRPr lang="en-US" sz="12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ONTENT">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lstStyle/>
          <a:p>
            <a:fld id="{7870297F-FD87-4024-ACF4-3362380BA0DC}"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DAR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7863840" y="6309360"/>
            <a:ext cx="31996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7A7FA8"/>
                </a:solidFill>
                <a:latin typeface="Calibri"/>
              </a:rPr>
              <a:t>TechMarket · Equipo 5</a:t>
            </a:r>
            <a:endParaRPr lang="en-US" sz="1000" b="0" strike="noStrike" spc="-1">
              <a:solidFill>
                <a:srgbClr val="000000"/>
              </a:solidFill>
              <a:latin typeface="Arial"/>
            </a:endParaRPr>
          </a:p>
        </p:txBody>
      </p:sp>
      <p:sp>
        <p:nvSpPr>
          <p:cNvPr id="5" name="PlaceHolder 1"/>
          <p:cNvSpPr>
            <a:spLocks noGrp="1"/>
          </p:cNvSpPr>
          <p:nvPr>
            <p:ph type="sldNum" idx="1"/>
          </p:nvPr>
        </p:nvSpPr>
        <p:spPr>
          <a:xfrm>
            <a:off x="11247120" y="6309360"/>
            <a:ext cx="392400" cy="27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000" b="0" strike="noStrike" spc="-1">
                <a:solidFill>
                  <a:srgbClr val="7A7FA8"/>
                </a:solidFill>
                <a:latin typeface="Calibri"/>
              </a:defRPr>
            </a:lvl1pPr>
          </a:lstStyle>
          <a:p>
            <a:pPr indent="0" defTabSz="914400">
              <a:lnSpc>
                <a:spcPct val="100000"/>
              </a:lnSpc>
              <a:buNone/>
              <a:tabLst>
                <a:tab pos="0" algn="l"/>
              </a:tabLst>
            </a:pPr>
            <a:fld id="{87E06AB1-A2D5-4B8C-8601-F905A92D4A79}" type="slidenum">
              <a:rPr lang="en-US" sz="1000" b="0" strike="noStrike" spc="-1">
                <a:solidFill>
                  <a:srgbClr val="7A7FA8"/>
                </a:solidFill>
                <a:latin typeface="Calibri"/>
              </a:rPr>
              <a:t>‹Nº›</a:t>
            </a:fld>
            <a:endParaRPr lang="en-US" sz="1000" b="0" strike="noStrike" spc="-1">
              <a:solidFill>
                <a:srgbClr val="000000"/>
              </a:solidFill>
              <a:latin typeface="Times New Roman"/>
            </a:endParaRPr>
          </a:p>
        </p:txBody>
      </p:sp>
      <p:sp>
        <p:nvSpPr>
          <p:cNvPr id="2"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1800" b="0" strike="noStrike" spc="-1">
                <a:solidFill>
                  <a:schemeClr val="dk1"/>
                </a:solidFill>
                <a:latin typeface="Calibri"/>
              </a:rPr>
              <a:t>Click to edit the title text format</a:t>
            </a:r>
          </a:p>
        </p:txBody>
      </p:sp>
      <p:sp>
        <p:nvSpPr>
          <p:cNvPr id="3"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strike="noStrike" spc="-1">
                <a:solidFill>
                  <a:schemeClr val="dk1"/>
                </a:solidFill>
                <a:latin typeface="Calibri"/>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strike="noStrike" spc="-1">
                <a:solidFill>
                  <a:schemeClr val="dk1"/>
                </a:solidFill>
                <a:latin typeface="Calibri"/>
              </a:rPr>
              <a:t>Second Outline Level</a:t>
            </a:r>
          </a:p>
          <a:p>
            <a:pPr marL="1296000" lvl="2" indent="-288000">
              <a:lnSpc>
                <a:spcPct val="90000"/>
              </a:lnSpc>
              <a:spcBef>
                <a:spcPts val="850"/>
              </a:spcBef>
              <a:buClr>
                <a:srgbClr val="000000"/>
              </a:buClr>
              <a:buSzPct val="45000"/>
              <a:buFont typeface="Wingdings" charset="2"/>
              <a:buChar char=""/>
            </a:pPr>
            <a:r>
              <a:rPr lang="en-US" sz="1800" b="0" strike="noStrike" spc="-1">
                <a:solidFill>
                  <a:schemeClr val="dk1"/>
                </a:solidFill>
                <a:latin typeface="Calibri"/>
              </a:rPr>
              <a:t>Third Outline Level</a:t>
            </a:r>
          </a:p>
          <a:p>
            <a:pPr marL="1728000" lvl="3" indent="-216000">
              <a:lnSpc>
                <a:spcPct val="90000"/>
              </a:lnSpc>
              <a:spcBef>
                <a:spcPts val="567"/>
              </a:spcBef>
              <a:buClr>
                <a:srgbClr val="000000"/>
              </a:buClr>
              <a:buSzPct val="75000"/>
              <a:buFont typeface="Symbol" charset="2"/>
              <a:buChar char=""/>
            </a:pPr>
            <a:r>
              <a:rPr lang="en-US" sz="1800" b="0" strike="noStrike" spc="-1">
                <a:solidFill>
                  <a:schemeClr val="dk1"/>
                </a:solidFill>
                <a:latin typeface="Calibri"/>
              </a:rPr>
              <a:t>Fourth Outline Level</a:t>
            </a:r>
          </a:p>
          <a:p>
            <a:pPr marL="2160000" lvl="4" indent="-216000">
              <a:lnSpc>
                <a:spcPct val="90000"/>
              </a:lnSpc>
              <a:spcBef>
                <a:spcPts val="283"/>
              </a:spcBef>
              <a:buClr>
                <a:srgbClr val="000000"/>
              </a:buClr>
              <a:buSzPct val="45000"/>
              <a:buFont typeface="Wingdings" charset="2"/>
              <a:buChar char=""/>
            </a:pPr>
            <a:r>
              <a:rPr lang="en-US" sz="2000" b="0" strike="noStrike" spc="-1">
                <a:solidFill>
                  <a:schemeClr val="dk1"/>
                </a:solidFill>
                <a:latin typeface="Calibri"/>
              </a:rPr>
              <a:t>Fifth Outline Level</a:t>
            </a:r>
          </a:p>
          <a:p>
            <a:pPr marL="2592000" lvl="5" indent="-216000">
              <a:lnSpc>
                <a:spcPct val="90000"/>
              </a:lnSpc>
              <a:spcBef>
                <a:spcPts val="283"/>
              </a:spcBef>
              <a:buClr>
                <a:srgbClr val="000000"/>
              </a:buClr>
              <a:buSzPct val="45000"/>
              <a:buFont typeface="Wingdings" charset="2"/>
              <a:buChar char=""/>
            </a:pPr>
            <a:r>
              <a:rPr lang="en-US" sz="2000" b="0" strike="noStrike" spc="-1">
                <a:solidFill>
                  <a:schemeClr val="dk1"/>
                </a:solidFill>
                <a:latin typeface="Calibri"/>
              </a:rPr>
              <a:t>Sixth Outline Level</a:t>
            </a:r>
          </a:p>
          <a:p>
            <a:pPr marL="3024000" lvl="6" indent="-216000">
              <a:lnSpc>
                <a:spcPct val="90000"/>
              </a:lnSpc>
              <a:spcBef>
                <a:spcPts val="283"/>
              </a:spcBef>
              <a:buClr>
                <a:srgbClr val="000000"/>
              </a:buClr>
              <a:buSzPct val="45000"/>
              <a:buFont typeface="Wingdings" charset="2"/>
              <a:buChar char=""/>
            </a:pPr>
            <a:r>
              <a:rPr lang="en-US" sz="2000" b="0" strike="noStrike" spc="-1">
                <a:solidFill>
                  <a:schemeClr val="dk1"/>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1E1B4B"/>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1800" b="0" strike="noStrike" spc="-1">
                <a:solidFill>
                  <a:schemeClr val="dk1"/>
                </a:solidFill>
                <a:latin typeface="Calibri"/>
              </a:rPr>
              <a:t>Click to edit the title text format</a:t>
            </a:r>
          </a:p>
        </p:txBody>
      </p:sp>
      <p:sp>
        <p:nvSpPr>
          <p:cNvPr id="5"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FFFFFF"/>
              </a:buClr>
              <a:buSzPct val="45000"/>
              <a:buFont typeface="Wingdings" charset="2"/>
              <a:buChar char=""/>
            </a:pPr>
            <a:r>
              <a:rPr lang="en-US" sz="2800" b="0" strike="noStrike" spc="-1">
                <a:solidFill>
                  <a:schemeClr val="dk1"/>
                </a:solidFill>
                <a:latin typeface="Calibri"/>
              </a:rPr>
              <a:t>Click to edit the outline text format</a:t>
            </a:r>
          </a:p>
          <a:p>
            <a:pPr marL="864000" lvl="1" indent="-324000">
              <a:lnSpc>
                <a:spcPct val="90000"/>
              </a:lnSpc>
              <a:spcBef>
                <a:spcPts val="1134"/>
              </a:spcBef>
              <a:buClr>
                <a:srgbClr val="FFFFFF"/>
              </a:buClr>
              <a:buSzPct val="75000"/>
              <a:buFont typeface="Symbol" charset="2"/>
              <a:buChar char=""/>
            </a:pPr>
            <a:r>
              <a:rPr lang="en-US" sz="2000" b="0" strike="noStrike" spc="-1">
                <a:solidFill>
                  <a:schemeClr val="dk1"/>
                </a:solidFill>
                <a:latin typeface="Calibri"/>
              </a:rPr>
              <a:t>Second Outline Level</a:t>
            </a:r>
          </a:p>
          <a:p>
            <a:pPr marL="1296000" lvl="2" indent="-288000">
              <a:lnSpc>
                <a:spcPct val="90000"/>
              </a:lnSpc>
              <a:spcBef>
                <a:spcPts val="850"/>
              </a:spcBef>
              <a:buClr>
                <a:srgbClr val="FFFFFF"/>
              </a:buClr>
              <a:buSzPct val="45000"/>
              <a:buFont typeface="Wingdings" charset="2"/>
              <a:buChar char=""/>
            </a:pPr>
            <a:r>
              <a:rPr lang="en-US" sz="1800" b="0" strike="noStrike" spc="-1">
                <a:solidFill>
                  <a:schemeClr val="dk1"/>
                </a:solidFill>
                <a:latin typeface="Calibri"/>
              </a:rPr>
              <a:t>Third Outline Level</a:t>
            </a:r>
          </a:p>
          <a:p>
            <a:pPr marL="1728000" lvl="3" indent="-216000">
              <a:lnSpc>
                <a:spcPct val="90000"/>
              </a:lnSpc>
              <a:spcBef>
                <a:spcPts val="567"/>
              </a:spcBef>
              <a:buClr>
                <a:srgbClr val="FFFFFF"/>
              </a:buClr>
              <a:buSzPct val="75000"/>
              <a:buFont typeface="Symbol" charset="2"/>
              <a:buChar char=""/>
            </a:pPr>
            <a:r>
              <a:rPr lang="en-US" sz="1800" b="0" strike="noStrike" spc="-1">
                <a:solidFill>
                  <a:schemeClr val="dk1"/>
                </a:solidFill>
                <a:latin typeface="Calibri"/>
              </a:rPr>
              <a:t>Fourth Outline Level</a:t>
            </a:r>
          </a:p>
          <a:p>
            <a:pPr marL="2160000" lvl="4" indent="-216000">
              <a:lnSpc>
                <a:spcPct val="90000"/>
              </a:lnSpc>
              <a:spcBef>
                <a:spcPts val="283"/>
              </a:spcBef>
              <a:buClr>
                <a:srgbClr val="FFFFFF"/>
              </a:buClr>
              <a:buSzPct val="45000"/>
              <a:buFont typeface="Wingdings" charset="2"/>
              <a:buChar char=""/>
            </a:pPr>
            <a:r>
              <a:rPr lang="en-US" sz="2000" b="0" strike="noStrike" spc="-1">
                <a:solidFill>
                  <a:schemeClr val="dk1"/>
                </a:solidFill>
                <a:latin typeface="Calibri"/>
              </a:rPr>
              <a:t>Fifth Outline Level</a:t>
            </a:r>
          </a:p>
          <a:p>
            <a:pPr marL="2592000" lvl="5" indent="-216000">
              <a:lnSpc>
                <a:spcPct val="90000"/>
              </a:lnSpc>
              <a:spcBef>
                <a:spcPts val="283"/>
              </a:spcBef>
              <a:buClr>
                <a:srgbClr val="FFFFFF"/>
              </a:buClr>
              <a:buSzPct val="45000"/>
              <a:buFont typeface="Wingdings" charset="2"/>
              <a:buChar char=""/>
            </a:pPr>
            <a:r>
              <a:rPr lang="en-US" sz="2000" b="0" strike="noStrike" spc="-1">
                <a:solidFill>
                  <a:schemeClr val="dk1"/>
                </a:solidFill>
                <a:latin typeface="Calibri"/>
              </a:rPr>
              <a:t>Sixth Outline Level</a:t>
            </a:r>
          </a:p>
          <a:p>
            <a:pPr marL="3024000" lvl="6" indent="-216000">
              <a:lnSpc>
                <a:spcPct val="90000"/>
              </a:lnSpc>
              <a:spcBef>
                <a:spcPts val="283"/>
              </a:spcBef>
              <a:buClr>
                <a:srgbClr val="FFFFFF"/>
              </a:buClr>
              <a:buSzPct val="45000"/>
              <a:buFont typeface="Wingdings" charset="2"/>
              <a:buChar char=""/>
            </a:pPr>
            <a:r>
              <a:rPr lang="en-US" sz="2000" b="0" strike="noStrike" spc="-1">
                <a:solidFill>
                  <a:schemeClr val="dk1"/>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hape 0"/>
          <p:cNvSpPr/>
          <p:nvPr/>
        </p:nvSpPr>
        <p:spPr>
          <a:xfrm>
            <a:off x="640080" y="914400"/>
            <a:ext cx="2651040" cy="365040"/>
          </a:xfrm>
          <a:prstGeom prst="roundRect">
            <a:avLst>
              <a:gd name="adj" fmla="val 50000"/>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13" name="Text 1"/>
          <p:cNvSpPr/>
          <p:nvPr/>
        </p:nvSpPr>
        <p:spPr>
          <a:xfrm>
            <a:off x="640080" y="914400"/>
            <a:ext cx="265104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chemeClr val="dk1"/>
                </a:solidFill>
                <a:latin typeface="Calibri"/>
              </a:rPr>
              <a:t>EQUIPO 5 </a:t>
            </a:r>
            <a:endParaRPr lang="en-US" sz="1200" b="0" strike="noStrike" spc="-1">
              <a:solidFill>
                <a:srgbClr val="FFFFFF"/>
              </a:solidFill>
              <a:latin typeface="Arial"/>
            </a:endParaRPr>
          </a:p>
        </p:txBody>
      </p:sp>
      <p:sp>
        <p:nvSpPr>
          <p:cNvPr id="14" name="PlaceHolder 1"/>
          <p:cNvSpPr>
            <a:spLocks noGrp="1"/>
          </p:cNvSpPr>
          <p:nvPr>
            <p:ph type="title"/>
          </p:nvPr>
        </p:nvSpPr>
        <p:spPr>
          <a:xfrm>
            <a:off x="640080" y="1715040"/>
            <a:ext cx="6217560" cy="1667880"/>
          </a:xfrm>
          <a:prstGeom prst="rect">
            <a:avLst/>
          </a:prstGeom>
          <a:noFill/>
          <a:ln w="0">
            <a:noFill/>
          </a:ln>
        </p:spPr>
        <p:txBody>
          <a:bodyPr lIns="0" tIns="0" rIns="0" bIns="0" anchor="ctr">
            <a:noAutofit/>
          </a:bodyPr>
          <a:lstStyle/>
          <a:p>
            <a:pPr indent="0" defTabSz="914400">
              <a:lnSpc>
                <a:spcPct val="100000"/>
              </a:lnSpc>
              <a:buNone/>
              <a:tabLst>
                <a:tab pos="0" algn="l"/>
              </a:tabLst>
            </a:pPr>
            <a:r>
              <a:rPr lang="en-US" sz="6400" b="1" strike="noStrike" spc="-1">
                <a:solidFill>
                  <a:schemeClr val="lt1"/>
                </a:solidFill>
                <a:latin typeface="Cambria"/>
              </a:rPr>
              <a:t>Tienda en Línea “TechMarket”</a:t>
            </a:r>
            <a:endParaRPr lang="en-US" sz="6400" b="0" strike="noStrike" spc="-1">
              <a:solidFill>
                <a:schemeClr val="dk1"/>
              </a:solidFill>
              <a:latin typeface="Calibri"/>
            </a:endParaRPr>
          </a:p>
        </p:txBody>
      </p:sp>
      <p:sp>
        <p:nvSpPr>
          <p:cNvPr id="15" name="Text 3"/>
          <p:cNvSpPr/>
          <p:nvPr/>
        </p:nvSpPr>
        <p:spPr>
          <a:xfrm>
            <a:off x="640080" y="3611880"/>
            <a:ext cx="5760000" cy="913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2000" b="0" strike="noStrike" spc="-1">
                <a:solidFill>
                  <a:schemeClr val="lt1"/>
                </a:solidFill>
                <a:latin typeface="Calibri"/>
              </a:rPr>
              <a:t>Una tienda de tecnología, un catálogo que crece y una lista dinámica construida desde cero</a:t>
            </a:r>
            <a:endParaRPr lang="en-US" sz="2000" b="0" strike="noStrike" spc="-1">
              <a:solidFill>
                <a:srgbClr val="FFFFFF"/>
              </a:solidFill>
              <a:latin typeface="Arial"/>
            </a:endParaRPr>
          </a:p>
        </p:txBody>
      </p:sp>
      <p:sp>
        <p:nvSpPr>
          <p:cNvPr id="16" name="Text 4"/>
          <p:cNvSpPr/>
          <p:nvPr/>
        </p:nvSpPr>
        <p:spPr>
          <a:xfrm>
            <a:off x="640080" y="4526640"/>
            <a:ext cx="576000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00" b="1" strike="noStrike" spc="-1">
                <a:solidFill>
                  <a:schemeClr val="accent2"/>
                </a:solidFill>
                <a:latin typeface="Calibri"/>
              </a:rPr>
              <a:t>Examen Parcial · Estructura de Datos</a:t>
            </a:r>
            <a:endParaRPr lang="en-US" sz="1600" b="0" strike="noStrike" spc="-1">
              <a:solidFill>
                <a:srgbClr val="FFFFFF"/>
              </a:solidFill>
              <a:latin typeface="Arial"/>
            </a:endParaRPr>
          </a:p>
        </p:txBody>
      </p:sp>
      <p:sp>
        <p:nvSpPr>
          <p:cNvPr id="17" name="Text 5"/>
          <p:cNvSpPr/>
          <p:nvPr/>
        </p:nvSpPr>
        <p:spPr>
          <a:xfrm>
            <a:off x="640080" y="4971240"/>
            <a:ext cx="5760000" cy="822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strike="noStrike" spc="-1">
                <a:solidFill>
                  <a:schemeClr val="accent6"/>
                </a:solidFill>
                <a:latin typeface="Calibri"/>
              </a:rPr>
              <a:t>Lauren Rosa Barrios Bosque · Liz Anel López Vives · Osmany Manuel Ungo Seara · Jorge Luis Hernández Avila · José Javier Fernández Bravo</a:t>
            </a:r>
            <a:endParaRPr lang="en-US" sz="1300" b="0" strike="noStrike" spc="-1">
              <a:solidFill>
                <a:srgbClr val="FFFFFF"/>
              </a:solidFill>
              <a:latin typeface="Arial"/>
            </a:endParaRPr>
          </a:p>
        </p:txBody>
      </p:sp>
      <p:sp>
        <p:nvSpPr>
          <p:cNvPr id="18" name="Shape 6"/>
          <p:cNvSpPr/>
          <p:nvPr/>
        </p:nvSpPr>
        <p:spPr>
          <a:xfrm>
            <a:off x="7315200" y="914400"/>
            <a:ext cx="3839760" cy="1050840"/>
          </a:xfrm>
          <a:prstGeom prst="roundRect">
            <a:avLst>
              <a:gd name="adj" fmla="val 10435"/>
            </a:avLst>
          </a:prstGeom>
          <a:solidFill>
            <a:schemeClr val="bg1"/>
          </a:solidFill>
          <a:ln w="0">
            <a:noFill/>
          </a:ln>
          <a:effectLst>
            <a:outerShdw blurRad="101520" dist="25560" dir="5400000" algn="bl" rotWithShape="0">
              <a:srgbClr val="1E1B4B">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19" name="Shape 7"/>
          <p:cNvSpPr/>
          <p:nvPr/>
        </p:nvSpPr>
        <p:spPr>
          <a:xfrm>
            <a:off x="7543800" y="1170360"/>
            <a:ext cx="547920" cy="54792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20" name="Text 8"/>
          <p:cNvSpPr/>
          <p:nvPr/>
        </p:nvSpPr>
        <p:spPr>
          <a:xfrm>
            <a:off x="7543800" y="1170360"/>
            <a:ext cx="547920" cy="54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chemeClr val="lt1"/>
                </a:solidFill>
                <a:latin typeface="Calibri"/>
              </a:rPr>
              <a:t>P01</a:t>
            </a:r>
            <a:endParaRPr lang="en-US" sz="1300" b="0" strike="noStrike" spc="-1">
              <a:solidFill>
                <a:srgbClr val="FFFFFF"/>
              </a:solidFill>
              <a:latin typeface="Arial"/>
            </a:endParaRPr>
          </a:p>
        </p:txBody>
      </p:sp>
      <p:sp>
        <p:nvSpPr>
          <p:cNvPr id="21" name="Text 9"/>
          <p:cNvSpPr/>
          <p:nvPr/>
        </p:nvSpPr>
        <p:spPr>
          <a:xfrm>
            <a:off x="8275320" y="1143000"/>
            <a:ext cx="201096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00" b="1" strike="noStrike" spc="-1">
                <a:solidFill>
                  <a:schemeClr val="dk1"/>
                </a:solidFill>
                <a:latin typeface="Calibri"/>
              </a:rPr>
              <a:t>Laptop Gaming</a:t>
            </a:r>
            <a:endParaRPr lang="en-US" sz="1600" b="0" strike="noStrike" spc="-1">
              <a:solidFill>
                <a:srgbClr val="FFFFFF"/>
              </a:solidFill>
              <a:latin typeface="Arial"/>
            </a:endParaRPr>
          </a:p>
        </p:txBody>
      </p:sp>
      <p:sp>
        <p:nvSpPr>
          <p:cNvPr id="22" name="Text 10"/>
          <p:cNvSpPr/>
          <p:nvPr/>
        </p:nvSpPr>
        <p:spPr>
          <a:xfrm>
            <a:off x="8275320" y="1463040"/>
            <a:ext cx="201096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strike="noStrike" spc="-1">
                <a:solidFill>
                  <a:schemeClr val="dk2"/>
                </a:solidFill>
                <a:latin typeface="Calibri"/>
              </a:rPr>
              <a:t>ASUS</a:t>
            </a:r>
            <a:endParaRPr lang="en-US" sz="1200" b="0" strike="noStrike" spc="-1">
              <a:solidFill>
                <a:srgbClr val="FFFFFF"/>
              </a:solidFill>
              <a:latin typeface="Arial"/>
            </a:endParaRPr>
          </a:p>
        </p:txBody>
      </p:sp>
      <p:sp>
        <p:nvSpPr>
          <p:cNvPr id="23" name="Text 11"/>
          <p:cNvSpPr/>
          <p:nvPr/>
        </p:nvSpPr>
        <p:spPr>
          <a:xfrm>
            <a:off x="10058400" y="1143000"/>
            <a:ext cx="913680" cy="59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2200" b="1" strike="noStrike" spc="-1">
                <a:solidFill>
                  <a:schemeClr val="accent1"/>
                </a:solidFill>
                <a:latin typeface="Calibri"/>
              </a:rPr>
              <a:t>$1200</a:t>
            </a:r>
            <a:endParaRPr lang="en-US" sz="2200" b="0" strike="noStrike" spc="-1">
              <a:solidFill>
                <a:srgbClr val="FFFFFF"/>
              </a:solidFill>
              <a:latin typeface="Arial"/>
            </a:endParaRPr>
          </a:p>
        </p:txBody>
      </p:sp>
      <p:sp>
        <p:nvSpPr>
          <p:cNvPr id="24" name="Shape 12"/>
          <p:cNvSpPr/>
          <p:nvPr/>
        </p:nvSpPr>
        <p:spPr>
          <a:xfrm>
            <a:off x="7772400" y="2148840"/>
            <a:ext cx="3839760" cy="1050840"/>
          </a:xfrm>
          <a:prstGeom prst="roundRect">
            <a:avLst>
              <a:gd name="adj" fmla="val 10435"/>
            </a:avLst>
          </a:prstGeom>
          <a:solidFill>
            <a:schemeClr val="bg1"/>
          </a:solidFill>
          <a:ln w="0">
            <a:noFill/>
          </a:ln>
          <a:effectLst>
            <a:outerShdw blurRad="101520" dist="25560" dir="5400000" algn="bl" rotWithShape="0">
              <a:srgbClr val="1E1B4B">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5" name="Shape 13"/>
          <p:cNvSpPr/>
          <p:nvPr/>
        </p:nvSpPr>
        <p:spPr>
          <a:xfrm>
            <a:off x="8001000" y="2404800"/>
            <a:ext cx="547920" cy="547920"/>
          </a:xfrm>
          <a:prstGeom prst="ellipse">
            <a:avLst/>
          </a:prstGeom>
          <a:solidFill>
            <a:schemeClr val="accent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26" name="Text 14"/>
          <p:cNvSpPr/>
          <p:nvPr/>
        </p:nvSpPr>
        <p:spPr>
          <a:xfrm>
            <a:off x="8001000" y="2404800"/>
            <a:ext cx="547920" cy="54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chemeClr val="dk1"/>
                </a:solidFill>
                <a:latin typeface="Calibri"/>
              </a:rPr>
              <a:t>P02</a:t>
            </a:r>
            <a:endParaRPr lang="en-US" sz="1300" b="0" strike="noStrike" spc="-1">
              <a:solidFill>
                <a:srgbClr val="FFFFFF"/>
              </a:solidFill>
              <a:latin typeface="Arial"/>
            </a:endParaRPr>
          </a:p>
        </p:txBody>
      </p:sp>
      <p:sp>
        <p:nvSpPr>
          <p:cNvPr id="27" name="Text 15"/>
          <p:cNvSpPr/>
          <p:nvPr/>
        </p:nvSpPr>
        <p:spPr>
          <a:xfrm>
            <a:off x="8732520" y="2377440"/>
            <a:ext cx="201096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00" b="1" strike="noStrike" spc="-1">
                <a:solidFill>
                  <a:schemeClr val="dk1"/>
                </a:solidFill>
                <a:latin typeface="Calibri"/>
              </a:rPr>
              <a:t>Mouse Inalámbrico</a:t>
            </a:r>
            <a:endParaRPr lang="en-US" sz="1600" b="0" strike="noStrike" spc="-1">
              <a:solidFill>
                <a:srgbClr val="FFFFFF"/>
              </a:solidFill>
              <a:latin typeface="Arial"/>
            </a:endParaRPr>
          </a:p>
        </p:txBody>
      </p:sp>
      <p:sp>
        <p:nvSpPr>
          <p:cNvPr id="28" name="Text 16"/>
          <p:cNvSpPr/>
          <p:nvPr/>
        </p:nvSpPr>
        <p:spPr>
          <a:xfrm>
            <a:off x="8732520" y="2697480"/>
            <a:ext cx="201096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strike="noStrike" spc="-1">
                <a:solidFill>
                  <a:schemeClr val="dk2"/>
                </a:solidFill>
                <a:latin typeface="Calibri"/>
              </a:rPr>
              <a:t>Logitech</a:t>
            </a:r>
            <a:endParaRPr lang="en-US" sz="1200" b="0" strike="noStrike" spc="-1">
              <a:solidFill>
                <a:srgbClr val="FFFFFF"/>
              </a:solidFill>
              <a:latin typeface="Arial"/>
            </a:endParaRPr>
          </a:p>
        </p:txBody>
      </p:sp>
      <p:sp>
        <p:nvSpPr>
          <p:cNvPr id="29" name="Text 17"/>
          <p:cNvSpPr/>
          <p:nvPr/>
        </p:nvSpPr>
        <p:spPr>
          <a:xfrm>
            <a:off x="10515600" y="2377440"/>
            <a:ext cx="913680" cy="59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2200" b="1" strike="noStrike" spc="-1">
                <a:solidFill>
                  <a:schemeClr val="accent1"/>
                </a:solidFill>
                <a:latin typeface="Calibri"/>
              </a:rPr>
              <a:t>$25</a:t>
            </a:r>
            <a:endParaRPr lang="en-US" sz="2200" b="0" strike="noStrike" spc="-1">
              <a:solidFill>
                <a:srgbClr val="FFFFFF"/>
              </a:solidFill>
              <a:latin typeface="Arial"/>
            </a:endParaRPr>
          </a:p>
        </p:txBody>
      </p:sp>
      <p:sp>
        <p:nvSpPr>
          <p:cNvPr id="30" name="Shape 18"/>
          <p:cNvSpPr/>
          <p:nvPr/>
        </p:nvSpPr>
        <p:spPr>
          <a:xfrm>
            <a:off x="7315200" y="3383280"/>
            <a:ext cx="3839760" cy="1050840"/>
          </a:xfrm>
          <a:prstGeom prst="roundRect">
            <a:avLst>
              <a:gd name="adj" fmla="val 10435"/>
            </a:avLst>
          </a:prstGeom>
          <a:solidFill>
            <a:schemeClr val="bg1"/>
          </a:solidFill>
          <a:ln w="0">
            <a:noFill/>
          </a:ln>
          <a:effectLst>
            <a:outerShdw blurRad="101520" dist="25560" dir="5400000" algn="bl" rotWithShape="0">
              <a:srgbClr val="1E1B4B">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31" name="Shape 19"/>
          <p:cNvSpPr/>
          <p:nvPr/>
        </p:nvSpPr>
        <p:spPr>
          <a:xfrm>
            <a:off x="7543800" y="3639240"/>
            <a:ext cx="547920" cy="54792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32" name="Text 20"/>
          <p:cNvSpPr/>
          <p:nvPr/>
        </p:nvSpPr>
        <p:spPr>
          <a:xfrm>
            <a:off x="7543800" y="3639240"/>
            <a:ext cx="547920" cy="54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chemeClr val="dk1"/>
                </a:solidFill>
                <a:latin typeface="Calibri"/>
              </a:rPr>
              <a:t>P03</a:t>
            </a:r>
            <a:endParaRPr lang="en-US" sz="1300" b="0" strike="noStrike" spc="-1">
              <a:solidFill>
                <a:srgbClr val="FFFFFF"/>
              </a:solidFill>
              <a:latin typeface="Arial"/>
            </a:endParaRPr>
          </a:p>
        </p:txBody>
      </p:sp>
      <p:sp>
        <p:nvSpPr>
          <p:cNvPr id="33" name="Text 21"/>
          <p:cNvSpPr/>
          <p:nvPr/>
        </p:nvSpPr>
        <p:spPr>
          <a:xfrm>
            <a:off x="8275320" y="3611880"/>
            <a:ext cx="201096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00" b="1" strike="noStrike" spc="-1">
                <a:solidFill>
                  <a:schemeClr val="dk1"/>
                </a:solidFill>
                <a:latin typeface="Calibri"/>
              </a:rPr>
              <a:t>Teclado Mecánico</a:t>
            </a:r>
            <a:endParaRPr lang="en-US" sz="1600" b="0" strike="noStrike" spc="-1">
              <a:solidFill>
                <a:srgbClr val="FFFFFF"/>
              </a:solidFill>
              <a:latin typeface="Arial"/>
            </a:endParaRPr>
          </a:p>
        </p:txBody>
      </p:sp>
      <p:sp>
        <p:nvSpPr>
          <p:cNvPr id="34" name="Text 22"/>
          <p:cNvSpPr/>
          <p:nvPr/>
        </p:nvSpPr>
        <p:spPr>
          <a:xfrm>
            <a:off x="8275320" y="3931920"/>
            <a:ext cx="201096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strike="noStrike" spc="-1">
                <a:solidFill>
                  <a:schemeClr val="dk2"/>
                </a:solidFill>
                <a:latin typeface="Calibri"/>
              </a:rPr>
              <a:t>ASUS</a:t>
            </a:r>
            <a:endParaRPr lang="en-US" sz="1200" b="0" strike="noStrike" spc="-1">
              <a:solidFill>
                <a:srgbClr val="FFFFFF"/>
              </a:solidFill>
              <a:latin typeface="Arial"/>
            </a:endParaRPr>
          </a:p>
        </p:txBody>
      </p:sp>
      <p:sp>
        <p:nvSpPr>
          <p:cNvPr id="35" name="Text 23"/>
          <p:cNvSpPr/>
          <p:nvPr/>
        </p:nvSpPr>
        <p:spPr>
          <a:xfrm>
            <a:off x="10058400" y="3611880"/>
            <a:ext cx="913680" cy="59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2200" b="1" strike="noStrike" spc="-1">
                <a:solidFill>
                  <a:schemeClr val="accent1"/>
                </a:solidFill>
                <a:latin typeface="Calibri"/>
              </a:rPr>
              <a:t>$80</a:t>
            </a:r>
            <a:endParaRPr lang="en-US" sz="2200" b="0" strike="noStrike" spc="-1">
              <a:solidFill>
                <a:srgbClr val="FFFFFF"/>
              </a:solidFill>
              <a:latin typeface="Arial"/>
            </a:endParaRPr>
          </a:p>
        </p:txBody>
      </p:sp>
      <p:sp>
        <p:nvSpPr>
          <p:cNvPr id="36" name="Shape 24"/>
          <p:cNvSpPr/>
          <p:nvPr/>
        </p:nvSpPr>
        <p:spPr>
          <a:xfrm>
            <a:off x="7772400" y="4617720"/>
            <a:ext cx="3839760" cy="1050840"/>
          </a:xfrm>
          <a:prstGeom prst="roundRect">
            <a:avLst>
              <a:gd name="adj" fmla="val 10435"/>
            </a:avLst>
          </a:prstGeom>
          <a:solidFill>
            <a:schemeClr val="bg1"/>
          </a:solidFill>
          <a:ln w="0">
            <a:noFill/>
          </a:ln>
          <a:effectLst>
            <a:outerShdw blurRad="101520" dist="25560" dir="5400000" algn="bl" rotWithShape="0">
              <a:srgbClr val="1E1B4B">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37" name="Shape 25"/>
          <p:cNvSpPr/>
          <p:nvPr/>
        </p:nvSpPr>
        <p:spPr>
          <a:xfrm>
            <a:off x="8001000" y="4873680"/>
            <a:ext cx="547920" cy="547920"/>
          </a:xfrm>
          <a:prstGeom prst="ellipse">
            <a:avLst/>
          </a:prstGeom>
          <a:solidFill>
            <a:schemeClr val="accent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38" name="Text 26"/>
          <p:cNvSpPr/>
          <p:nvPr/>
        </p:nvSpPr>
        <p:spPr>
          <a:xfrm>
            <a:off x="8001000" y="4873680"/>
            <a:ext cx="547920" cy="54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chemeClr val="dk1"/>
                </a:solidFill>
                <a:latin typeface="Calibri"/>
              </a:rPr>
              <a:t>P04</a:t>
            </a:r>
            <a:endParaRPr lang="en-US" sz="1300" b="0" strike="noStrike" spc="-1">
              <a:solidFill>
                <a:srgbClr val="FFFFFF"/>
              </a:solidFill>
              <a:latin typeface="Arial"/>
            </a:endParaRPr>
          </a:p>
        </p:txBody>
      </p:sp>
      <p:sp>
        <p:nvSpPr>
          <p:cNvPr id="39" name="Text 27"/>
          <p:cNvSpPr/>
          <p:nvPr/>
        </p:nvSpPr>
        <p:spPr>
          <a:xfrm>
            <a:off x="8732520" y="4846320"/>
            <a:ext cx="201096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00" b="1" strike="noStrike" spc="-1">
                <a:solidFill>
                  <a:schemeClr val="dk1"/>
                </a:solidFill>
                <a:latin typeface="Calibri"/>
              </a:rPr>
              <a:t>Monitor 24"</a:t>
            </a:r>
            <a:endParaRPr lang="en-US" sz="1600" b="0" strike="noStrike" spc="-1">
              <a:solidFill>
                <a:srgbClr val="FFFFFF"/>
              </a:solidFill>
              <a:latin typeface="Arial"/>
            </a:endParaRPr>
          </a:p>
        </p:txBody>
      </p:sp>
      <p:sp>
        <p:nvSpPr>
          <p:cNvPr id="40" name="Text 28"/>
          <p:cNvSpPr/>
          <p:nvPr/>
        </p:nvSpPr>
        <p:spPr>
          <a:xfrm>
            <a:off x="8732520" y="5166360"/>
            <a:ext cx="201096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strike="noStrike" spc="-1">
                <a:solidFill>
                  <a:schemeClr val="dk2"/>
                </a:solidFill>
                <a:latin typeface="Calibri"/>
              </a:rPr>
              <a:t>Samsung</a:t>
            </a:r>
            <a:endParaRPr lang="en-US" sz="1200" b="0" strike="noStrike" spc="-1">
              <a:solidFill>
                <a:srgbClr val="FFFFFF"/>
              </a:solidFill>
              <a:latin typeface="Arial"/>
            </a:endParaRPr>
          </a:p>
        </p:txBody>
      </p:sp>
      <p:sp>
        <p:nvSpPr>
          <p:cNvPr id="41" name="Text 29"/>
          <p:cNvSpPr/>
          <p:nvPr/>
        </p:nvSpPr>
        <p:spPr>
          <a:xfrm>
            <a:off x="10515600" y="4846320"/>
            <a:ext cx="913680" cy="59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2200" b="1" strike="noStrike" spc="-1">
                <a:solidFill>
                  <a:schemeClr val="accent1"/>
                </a:solidFill>
                <a:latin typeface="Calibri"/>
              </a:rPr>
              <a:t>$180</a:t>
            </a:r>
            <a:endParaRPr lang="en-US" sz="2200" b="0" strike="noStrike" spc="-1">
              <a:solidFill>
                <a:srgbClr val="FFFFFF"/>
              </a:solidFill>
              <a:latin typeface="Arial"/>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 0"/>
          <p:cNvSpPr/>
          <p:nvPr/>
        </p:nvSpPr>
        <p:spPr>
          <a:xfrm>
            <a:off x="548640" y="274320"/>
            <a:ext cx="45712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97">
                <a:solidFill>
                  <a:schemeClr val="accent1"/>
                </a:solidFill>
                <a:latin typeface="Calibri"/>
              </a:rPr>
              <a:t>1 · EL PROBLEMA</a:t>
            </a:r>
            <a:endParaRPr lang="en-US" sz="1200" b="0" strike="noStrike" spc="-1">
              <a:solidFill>
                <a:srgbClr val="000000"/>
              </a:solidFill>
              <a:latin typeface="Arial"/>
            </a:endParaRPr>
          </a:p>
        </p:txBody>
      </p:sp>
      <p:sp>
        <p:nvSpPr>
          <p:cNvPr id="43" name="Shape 1"/>
          <p:cNvSpPr/>
          <p:nvPr/>
        </p:nvSpPr>
        <p:spPr>
          <a:xfrm>
            <a:off x="10424160" y="329040"/>
            <a:ext cx="127440" cy="1274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44" name="Shape 2"/>
          <p:cNvSpPr/>
          <p:nvPr/>
        </p:nvSpPr>
        <p:spPr>
          <a:xfrm>
            <a:off x="1066176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45" name="Shape 3"/>
          <p:cNvSpPr/>
          <p:nvPr/>
        </p:nvSpPr>
        <p:spPr>
          <a:xfrm>
            <a:off x="1089972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46" name="Shape 4"/>
          <p:cNvSpPr/>
          <p:nvPr/>
        </p:nvSpPr>
        <p:spPr>
          <a:xfrm>
            <a:off x="1113732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47" name="Shape 5"/>
          <p:cNvSpPr/>
          <p:nvPr/>
        </p:nvSpPr>
        <p:spPr>
          <a:xfrm>
            <a:off x="1137528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48" name="PlaceHolder 1"/>
          <p:cNvSpPr>
            <a:spLocks noGrp="1"/>
          </p:cNvSpPr>
          <p:nvPr>
            <p:ph type="title"/>
          </p:nvPr>
        </p:nvSpPr>
        <p:spPr>
          <a:xfrm>
            <a:off x="548640" y="567000"/>
            <a:ext cx="8777520" cy="730800"/>
          </a:xfrm>
          <a:prstGeom prst="rect">
            <a:avLst/>
          </a:prstGeom>
          <a:noFill/>
          <a:ln w="0">
            <a:noFill/>
          </a:ln>
        </p:spPr>
        <p:txBody>
          <a:bodyPr lIns="0" tIns="0" rIns="0" bIns="0" anchor="ctr">
            <a:noAutofit/>
          </a:bodyPr>
          <a:lstStyle/>
          <a:p>
            <a:pPr indent="0" defTabSz="914400">
              <a:lnSpc>
                <a:spcPct val="100000"/>
              </a:lnSpc>
              <a:buNone/>
              <a:tabLst>
                <a:tab pos="0" algn="l"/>
              </a:tabLst>
            </a:pPr>
            <a:r>
              <a:rPr lang="en-US" sz="3400" b="1" strike="noStrike" spc="-1">
                <a:solidFill>
                  <a:schemeClr val="dk1"/>
                </a:solidFill>
                <a:latin typeface="Cambria"/>
              </a:rPr>
              <a:t>Planteamiento del problema</a:t>
            </a:r>
            <a:endParaRPr lang="en-US" sz="3400" b="0" strike="noStrike" spc="-1">
              <a:solidFill>
                <a:schemeClr val="dk1"/>
              </a:solidFill>
              <a:latin typeface="Calibri"/>
            </a:endParaRPr>
          </a:p>
        </p:txBody>
      </p:sp>
      <p:sp>
        <p:nvSpPr>
          <p:cNvPr id="49" name="Shape 7"/>
          <p:cNvSpPr/>
          <p:nvPr/>
        </p:nvSpPr>
        <p:spPr>
          <a:xfrm>
            <a:off x="548640" y="6163200"/>
            <a:ext cx="6203520" cy="365040"/>
          </a:xfrm>
          <a:prstGeom prst="roundRect">
            <a:avLst>
              <a:gd name="adj" fmla="val 50000"/>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50" name="Text 8"/>
          <p:cNvSpPr/>
          <p:nvPr/>
        </p:nvSpPr>
        <p:spPr>
          <a:xfrm>
            <a:off x="731520" y="6163200"/>
            <a:ext cx="592920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chemeClr val="accent1"/>
                </a:solidFill>
                <a:latin typeface="Calibri"/>
              </a:rPr>
              <a:t>→  Con estos datos, el sistema debe cumplir 5 requerimientos</a:t>
            </a:r>
            <a:endParaRPr lang="en-US" sz="1300" b="0" strike="noStrike" spc="-1">
              <a:solidFill>
                <a:srgbClr val="000000"/>
              </a:solidFill>
              <a:latin typeface="Arial"/>
            </a:endParaRPr>
          </a:p>
        </p:txBody>
      </p:sp>
      <p:sp>
        <p:nvSpPr>
          <p:cNvPr id="51" name="Text 9"/>
          <p:cNvSpPr/>
          <p:nvPr/>
        </p:nvSpPr>
        <p:spPr>
          <a:xfrm>
            <a:off x="584640" y="1888920"/>
            <a:ext cx="528264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spcAft>
                <a:spcPts val="1199"/>
              </a:spcAft>
              <a:tabLst>
                <a:tab pos="0" algn="l"/>
              </a:tabLst>
            </a:pPr>
            <a:r>
              <a:rPr lang="en-US" sz="1800" b="1" strike="noStrike" spc="-1">
                <a:solidFill>
                  <a:schemeClr val="dk1"/>
                </a:solidFill>
                <a:latin typeface="Calibri"/>
              </a:rPr>
              <a:t>TechMarket vende productos informáticos en línea,  </a:t>
            </a:r>
            <a:r>
              <a:rPr lang="en-US" sz="1800" b="0" strike="noStrike" spc="-1">
                <a:solidFill>
                  <a:srgbClr val="000000"/>
                </a:solidFill>
                <a:latin typeface="Arial"/>
              </a:rPr>
              <a:t> y n</a:t>
            </a:r>
            <a:r>
              <a:rPr lang="en-US" sz="1800" b="0" strike="noStrike" spc="-1">
                <a:solidFill>
                  <a:schemeClr val="dk1"/>
                </a:solidFill>
                <a:latin typeface="Calibri"/>
              </a:rPr>
              <a:t>ecesita un sistema para gestionar su catálogo de productos.</a:t>
            </a:r>
            <a:r>
              <a:rPr lang="en-US" sz="1800" b="0" strike="noStrike" spc="-1">
                <a:solidFill>
                  <a:srgbClr val="000000"/>
                </a:solidFill>
                <a:latin typeface="Arial"/>
              </a:rPr>
              <a:t> </a:t>
            </a:r>
            <a:r>
              <a:rPr lang="en-US" sz="1800" b="0" strike="noStrike" spc="-1">
                <a:solidFill>
                  <a:schemeClr val="dk1"/>
                </a:solidFill>
                <a:latin typeface="Calibri"/>
              </a:rPr>
              <a:t>Estos deben guardarse en una lista dinámica hecha desde cero, sin usar el ArrayList de Java.</a:t>
            </a:r>
            <a:endParaRPr lang="en-US" sz="1800" b="0" strike="noStrike" spc="-1">
              <a:solidFill>
                <a:srgbClr val="000000"/>
              </a:solidFill>
              <a:latin typeface="Arial"/>
            </a:endParaRPr>
          </a:p>
        </p:txBody>
      </p:sp>
      <p:sp>
        <p:nvSpPr>
          <p:cNvPr id="52" name="Text 10"/>
          <p:cNvSpPr/>
          <p:nvPr/>
        </p:nvSpPr>
        <p:spPr>
          <a:xfrm>
            <a:off x="594720" y="3658320"/>
            <a:ext cx="539424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strike="noStrike" spc="-1">
                <a:solidFill>
                  <a:schemeClr val="accent1"/>
                </a:solidFill>
                <a:latin typeface="Calibri"/>
              </a:rPr>
              <a:t>Cada producto guarda 4 datos</a:t>
            </a:r>
            <a:endParaRPr lang="en-US" sz="1400" b="0" strike="noStrike" spc="-1">
              <a:solidFill>
                <a:srgbClr val="000000"/>
              </a:solidFill>
              <a:latin typeface="Arial"/>
            </a:endParaRPr>
          </a:p>
        </p:txBody>
      </p:sp>
      <p:sp>
        <p:nvSpPr>
          <p:cNvPr id="53" name="Shape 11"/>
          <p:cNvSpPr/>
          <p:nvPr/>
        </p:nvSpPr>
        <p:spPr>
          <a:xfrm>
            <a:off x="520200" y="4133520"/>
            <a:ext cx="2605320" cy="502200"/>
          </a:xfrm>
          <a:prstGeom prst="roundRect">
            <a:avLst>
              <a:gd name="adj" fmla="val 21818"/>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54" name="Text 12"/>
          <p:cNvSpPr/>
          <p:nvPr/>
        </p:nvSpPr>
        <p:spPr>
          <a:xfrm>
            <a:off x="731520" y="4145760"/>
            <a:ext cx="228528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chemeClr val="accent1"/>
                </a:solidFill>
                <a:latin typeface="Calibri"/>
              </a:rPr>
              <a:t>id</a:t>
            </a:r>
            <a:r>
              <a:rPr lang="en-US" sz="1400" b="0" strike="noStrike" spc="-1">
                <a:solidFill>
                  <a:schemeClr val="dk1"/>
                </a:solidFill>
                <a:latin typeface="Calibri"/>
              </a:rPr>
              <a:t>  su código</a:t>
            </a:r>
            <a:endParaRPr lang="en-US" sz="1400" b="0" strike="noStrike" spc="-1">
              <a:solidFill>
                <a:srgbClr val="000000"/>
              </a:solidFill>
              <a:latin typeface="Arial"/>
            </a:endParaRPr>
          </a:p>
        </p:txBody>
      </p:sp>
      <p:sp>
        <p:nvSpPr>
          <p:cNvPr id="55" name="Shape 13"/>
          <p:cNvSpPr/>
          <p:nvPr/>
        </p:nvSpPr>
        <p:spPr>
          <a:xfrm>
            <a:off x="3308760" y="4110480"/>
            <a:ext cx="2605320" cy="502200"/>
          </a:xfrm>
          <a:prstGeom prst="roundRect">
            <a:avLst>
              <a:gd name="adj" fmla="val 21818"/>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56" name="Text 14"/>
          <p:cNvSpPr/>
          <p:nvPr/>
        </p:nvSpPr>
        <p:spPr>
          <a:xfrm>
            <a:off x="3468600" y="4114800"/>
            <a:ext cx="2285280" cy="533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chemeClr val="accent1"/>
                </a:solidFill>
                <a:latin typeface="Calibri"/>
              </a:rPr>
              <a:t>nombre</a:t>
            </a:r>
            <a:r>
              <a:rPr lang="en-US" sz="1400" b="0" strike="noStrike" spc="-1">
                <a:solidFill>
                  <a:schemeClr val="dk1"/>
                </a:solidFill>
                <a:latin typeface="Calibri"/>
              </a:rPr>
              <a:t>  qué es</a:t>
            </a:r>
            <a:endParaRPr lang="en-US" sz="1400" b="0" strike="noStrike" spc="-1">
              <a:solidFill>
                <a:srgbClr val="000000"/>
              </a:solidFill>
              <a:latin typeface="Arial"/>
            </a:endParaRPr>
          </a:p>
        </p:txBody>
      </p:sp>
      <p:sp>
        <p:nvSpPr>
          <p:cNvPr id="57" name="Shape 15"/>
          <p:cNvSpPr/>
          <p:nvPr/>
        </p:nvSpPr>
        <p:spPr>
          <a:xfrm>
            <a:off x="520200" y="4842000"/>
            <a:ext cx="2605320" cy="502200"/>
          </a:xfrm>
          <a:prstGeom prst="roundRect">
            <a:avLst>
              <a:gd name="adj" fmla="val 21818"/>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58" name="Text 16"/>
          <p:cNvSpPr/>
          <p:nvPr/>
        </p:nvSpPr>
        <p:spPr>
          <a:xfrm>
            <a:off x="731520" y="4850640"/>
            <a:ext cx="228528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chemeClr val="accent1"/>
                </a:solidFill>
                <a:latin typeface="Calibri"/>
              </a:rPr>
              <a:t>marca</a:t>
            </a:r>
            <a:r>
              <a:rPr lang="en-US" sz="1400" b="0" strike="noStrike" spc="-1">
                <a:solidFill>
                  <a:schemeClr val="dk1"/>
                </a:solidFill>
                <a:latin typeface="Calibri"/>
              </a:rPr>
              <a:t>  quién lo hace</a:t>
            </a:r>
            <a:endParaRPr lang="en-US" sz="1400" b="0" strike="noStrike" spc="-1">
              <a:solidFill>
                <a:srgbClr val="000000"/>
              </a:solidFill>
              <a:latin typeface="Arial"/>
            </a:endParaRPr>
          </a:p>
        </p:txBody>
      </p:sp>
      <p:sp>
        <p:nvSpPr>
          <p:cNvPr id="59" name="Shape 17"/>
          <p:cNvSpPr/>
          <p:nvPr/>
        </p:nvSpPr>
        <p:spPr>
          <a:xfrm>
            <a:off x="3291840" y="4842000"/>
            <a:ext cx="2605320" cy="502200"/>
          </a:xfrm>
          <a:prstGeom prst="roundRect">
            <a:avLst>
              <a:gd name="adj" fmla="val 21818"/>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60" name="Text 18"/>
          <p:cNvSpPr/>
          <p:nvPr/>
        </p:nvSpPr>
        <p:spPr>
          <a:xfrm>
            <a:off x="3492000" y="4842000"/>
            <a:ext cx="228528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chemeClr val="accent1"/>
                </a:solidFill>
                <a:latin typeface="Calibri"/>
              </a:rPr>
              <a:t>precio</a:t>
            </a:r>
            <a:r>
              <a:rPr lang="en-US" sz="1400" b="0" strike="noStrike" spc="-1">
                <a:solidFill>
                  <a:schemeClr val="dk1"/>
                </a:solidFill>
                <a:latin typeface="Calibri"/>
              </a:rPr>
              <a:t>  cuánto cuesta</a:t>
            </a:r>
            <a:endParaRPr lang="en-US" sz="1400" b="0" strike="noStrike" spc="-1">
              <a:solidFill>
                <a:srgbClr val="000000"/>
              </a:solidFill>
              <a:latin typeface="Arial"/>
            </a:endParaRPr>
          </a:p>
        </p:txBody>
      </p:sp>
      <p:sp>
        <p:nvSpPr>
          <p:cNvPr id="61" name="Text 19"/>
          <p:cNvSpPr/>
          <p:nvPr/>
        </p:nvSpPr>
        <p:spPr>
          <a:xfrm>
            <a:off x="6583680" y="1554480"/>
            <a:ext cx="50284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strike="noStrike" spc="-1">
                <a:solidFill>
                  <a:schemeClr val="accent1"/>
                </a:solidFill>
                <a:latin typeface="Calibri"/>
              </a:rPr>
              <a:t>Datos de prueba del enunciado</a:t>
            </a:r>
            <a:endParaRPr lang="en-US" sz="1400" b="0" strike="noStrike" spc="-1">
              <a:solidFill>
                <a:srgbClr val="000000"/>
              </a:solidFill>
              <a:latin typeface="Arial"/>
            </a:endParaRPr>
          </a:p>
        </p:txBody>
      </p:sp>
      <p:sp>
        <p:nvSpPr>
          <p:cNvPr id="62" name="Shape 20"/>
          <p:cNvSpPr/>
          <p:nvPr/>
        </p:nvSpPr>
        <p:spPr>
          <a:xfrm>
            <a:off x="6583680" y="1920240"/>
            <a:ext cx="5055840" cy="867960"/>
          </a:xfrm>
          <a:prstGeom prst="roundRect">
            <a:avLst>
              <a:gd name="adj" fmla="val 12632"/>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63" name="Shape 21"/>
          <p:cNvSpPr/>
          <p:nvPr/>
        </p:nvSpPr>
        <p:spPr>
          <a:xfrm>
            <a:off x="6766560" y="2075760"/>
            <a:ext cx="547920" cy="54792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64" name="Text 22"/>
          <p:cNvSpPr/>
          <p:nvPr/>
        </p:nvSpPr>
        <p:spPr>
          <a:xfrm>
            <a:off x="6766560" y="2075760"/>
            <a:ext cx="547920" cy="54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chemeClr val="lt1"/>
                </a:solidFill>
                <a:latin typeface="Calibri"/>
              </a:rPr>
              <a:t>P01</a:t>
            </a:r>
            <a:endParaRPr lang="en-US" sz="1300" b="0" strike="noStrike" spc="-1">
              <a:solidFill>
                <a:srgbClr val="000000"/>
              </a:solidFill>
              <a:latin typeface="Arial"/>
            </a:endParaRPr>
          </a:p>
        </p:txBody>
      </p:sp>
      <p:sp>
        <p:nvSpPr>
          <p:cNvPr id="65" name="Text 23"/>
          <p:cNvSpPr/>
          <p:nvPr/>
        </p:nvSpPr>
        <p:spPr>
          <a:xfrm>
            <a:off x="7498080" y="2048400"/>
            <a:ext cx="274248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700" b="1" strike="noStrike" spc="-1">
                <a:solidFill>
                  <a:schemeClr val="dk1"/>
                </a:solidFill>
                <a:latin typeface="Calibri"/>
              </a:rPr>
              <a:t>Laptop Gaming</a:t>
            </a:r>
            <a:endParaRPr lang="en-US" sz="1700" b="0" strike="noStrike" spc="-1">
              <a:solidFill>
                <a:srgbClr val="000000"/>
              </a:solidFill>
              <a:latin typeface="Arial"/>
            </a:endParaRPr>
          </a:p>
        </p:txBody>
      </p:sp>
      <p:sp>
        <p:nvSpPr>
          <p:cNvPr id="66" name="Text 24"/>
          <p:cNvSpPr/>
          <p:nvPr/>
        </p:nvSpPr>
        <p:spPr>
          <a:xfrm>
            <a:off x="7498080" y="2395800"/>
            <a:ext cx="27424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strike="noStrike" spc="-1">
                <a:solidFill>
                  <a:schemeClr val="dk2"/>
                </a:solidFill>
                <a:latin typeface="Calibri"/>
              </a:rPr>
              <a:t>ASUS</a:t>
            </a:r>
            <a:endParaRPr lang="en-US" sz="1300" b="0" strike="noStrike" spc="-1">
              <a:solidFill>
                <a:srgbClr val="000000"/>
              </a:solidFill>
              <a:latin typeface="Arial"/>
            </a:endParaRPr>
          </a:p>
        </p:txBody>
      </p:sp>
      <p:sp>
        <p:nvSpPr>
          <p:cNvPr id="67" name="Text 25"/>
          <p:cNvSpPr/>
          <p:nvPr/>
        </p:nvSpPr>
        <p:spPr>
          <a:xfrm>
            <a:off x="10332720" y="2048400"/>
            <a:ext cx="1142280" cy="612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2000" b="1" strike="noStrike" spc="-1">
                <a:solidFill>
                  <a:schemeClr val="accent1"/>
                </a:solidFill>
                <a:latin typeface="Calibri"/>
              </a:rPr>
              <a:t>1200.0</a:t>
            </a:r>
            <a:endParaRPr lang="en-US" sz="2000" b="0" strike="noStrike" spc="-1">
              <a:solidFill>
                <a:srgbClr val="000000"/>
              </a:solidFill>
              <a:latin typeface="Arial"/>
            </a:endParaRPr>
          </a:p>
        </p:txBody>
      </p:sp>
      <p:sp>
        <p:nvSpPr>
          <p:cNvPr id="68" name="Shape 26"/>
          <p:cNvSpPr/>
          <p:nvPr/>
        </p:nvSpPr>
        <p:spPr>
          <a:xfrm>
            <a:off x="6583680" y="2926080"/>
            <a:ext cx="5055840" cy="867960"/>
          </a:xfrm>
          <a:prstGeom prst="roundRect">
            <a:avLst>
              <a:gd name="adj" fmla="val 12632"/>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69" name="Shape 27"/>
          <p:cNvSpPr/>
          <p:nvPr/>
        </p:nvSpPr>
        <p:spPr>
          <a:xfrm>
            <a:off x="6766560" y="3081600"/>
            <a:ext cx="547920" cy="54792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70" name="Text 28"/>
          <p:cNvSpPr/>
          <p:nvPr/>
        </p:nvSpPr>
        <p:spPr>
          <a:xfrm>
            <a:off x="6766560" y="3081600"/>
            <a:ext cx="547920" cy="54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chemeClr val="lt1"/>
                </a:solidFill>
                <a:latin typeface="Calibri"/>
              </a:rPr>
              <a:t>P02</a:t>
            </a:r>
            <a:endParaRPr lang="en-US" sz="1300" b="0" strike="noStrike" spc="-1">
              <a:solidFill>
                <a:srgbClr val="000000"/>
              </a:solidFill>
              <a:latin typeface="Arial"/>
            </a:endParaRPr>
          </a:p>
        </p:txBody>
      </p:sp>
      <p:sp>
        <p:nvSpPr>
          <p:cNvPr id="71" name="Text 29"/>
          <p:cNvSpPr/>
          <p:nvPr/>
        </p:nvSpPr>
        <p:spPr>
          <a:xfrm>
            <a:off x="7498080" y="3054240"/>
            <a:ext cx="274248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700" b="1" strike="noStrike" spc="-1">
                <a:solidFill>
                  <a:schemeClr val="dk1"/>
                </a:solidFill>
                <a:latin typeface="Calibri"/>
              </a:rPr>
              <a:t>Mouse Inalámbrico</a:t>
            </a:r>
            <a:endParaRPr lang="en-US" sz="1700" b="0" strike="noStrike" spc="-1">
              <a:solidFill>
                <a:srgbClr val="000000"/>
              </a:solidFill>
              <a:latin typeface="Arial"/>
            </a:endParaRPr>
          </a:p>
        </p:txBody>
      </p:sp>
      <p:sp>
        <p:nvSpPr>
          <p:cNvPr id="72" name="Text 30"/>
          <p:cNvSpPr/>
          <p:nvPr/>
        </p:nvSpPr>
        <p:spPr>
          <a:xfrm>
            <a:off x="7498080" y="3401640"/>
            <a:ext cx="27424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strike="noStrike" spc="-1">
                <a:solidFill>
                  <a:schemeClr val="dk2"/>
                </a:solidFill>
                <a:latin typeface="Calibri"/>
              </a:rPr>
              <a:t>Logitech</a:t>
            </a:r>
            <a:endParaRPr lang="en-US" sz="1300" b="0" strike="noStrike" spc="-1">
              <a:solidFill>
                <a:srgbClr val="000000"/>
              </a:solidFill>
              <a:latin typeface="Arial"/>
            </a:endParaRPr>
          </a:p>
        </p:txBody>
      </p:sp>
      <p:sp>
        <p:nvSpPr>
          <p:cNvPr id="73" name="Text 31"/>
          <p:cNvSpPr/>
          <p:nvPr/>
        </p:nvSpPr>
        <p:spPr>
          <a:xfrm>
            <a:off x="10332720" y="3054240"/>
            <a:ext cx="1142280" cy="612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2000" b="1" strike="noStrike" spc="-1">
                <a:solidFill>
                  <a:schemeClr val="accent1"/>
                </a:solidFill>
                <a:latin typeface="Calibri"/>
              </a:rPr>
              <a:t>25.0</a:t>
            </a:r>
            <a:endParaRPr lang="en-US" sz="2000" b="0" strike="noStrike" spc="-1">
              <a:solidFill>
                <a:srgbClr val="000000"/>
              </a:solidFill>
              <a:latin typeface="Arial"/>
            </a:endParaRPr>
          </a:p>
        </p:txBody>
      </p:sp>
      <p:sp>
        <p:nvSpPr>
          <p:cNvPr id="74" name="Shape 32"/>
          <p:cNvSpPr/>
          <p:nvPr/>
        </p:nvSpPr>
        <p:spPr>
          <a:xfrm>
            <a:off x="6583680" y="3931920"/>
            <a:ext cx="5055840" cy="867960"/>
          </a:xfrm>
          <a:prstGeom prst="roundRect">
            <a:avLst>
              <a:gd name="adj" fmla="val 12632"/>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75" name="Shape 33"/>
          <p:cNvSpPr/>
          <p:nvPr/>
        </p:nvSpPr>
        <p:spPr>
          <a:xfrm>
            <a:off x="6766560" y="4087440"/>
            <a:ext cx="547920" cy="54792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76" name="Text 34"/>
          <p:cNvSpPr/>
          <p:nvPr/>
        </p:nvSpPr>
        <p:spPr>
          <a:xfrm>
            <a:off x="6766560" y="4087440"/>
            <a:ext cx="547920" cy="54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chemeClr val="lt1"/>
                </a:solidFill>
                <a:latin typeface="Calibri"/>
              </a:rPr>
              <a:t>P03</a:t>
            </a:r>
            <a:endParaRPr lang="en-US" sz="1300" b="0" strike="noStrike" spc="-1">
              <a:solidFill>
                <a:srgbClr val="000000"/>
              </a:solidFill>
              <a:latin typeface="Arial"/>
            </a:endParaRPr>
          </a:p>
        </p:txBody>
      </p:sp>
      <p:sp>
        <p:nvSpPr>
          <p:cNvPr id="77" name="Text 35"/>
          <p:cNvSpPr/>
          <p:nvPr/>
        </p:nvSpPr>
        <p:spPr>
          <a:xfrm>
            <a:off x="7498080" y="4060080"/>
            <a:ext cx="274248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700" b="1" strike="noStrike" spc="-1">
                <a:solidFill>
                  <a:schemeClr val="dk1"/>
                </a:solidFill>
                <a:latin typeface="Calibri"/>
              </a:rPr>
              <a:t>Teclado Mecánico</a:t>
            </a:r>
            <a:endParaRPr lang="en-US" sz="1700" b="0" strike="noStrike" spc="-1">
              <a:solidFill>
                <a:srgbClr val="000000"/>
              </a:solidFill>
              <a:latin typeface="Arial"/>
            </a:endParaRPr>
          </a:p>
        </p:txBody>
      </p:sp>
      <p:sp>
        <p:nvSpPr>
          <p:cNvPr id="78" name="Text 36"/>
          <p:cNvSpPr/>
          <p:nvPr/>
        </p:nvSpPr>
        <p:spPr>
          <a:xfrm>
            <a:off x="7498080" y="4407480"/>
            <a:ext cx="27424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strike="noStrike" spc="-1">
                <a:solidFill>
                  <a:schemeClr val="dk2"/>
                </a:solidFill>
                <a:latin typeface="Calibri"/>
              </a:rPr>
              <a:t>ASUS</a:t>
            </a:r>
            <a:endParaRPr lang="en-US" sz="1300" b="0" strike="noStrike" spc="-1">
              <a:solidFill>
                <a:srgbClr val="000000"/>
              </a:solidFill>
              <a:latin typeface="Arial"/>
            </a:endParaRPr>
          </a:p>
        </p:txBody>
      </p:sp>
      <p:sp>
        <p:nvSpPr>
          <p:cNvPr id="79" name="Text 37"/>
          <p:cNvSpPr/>
          <p:nvPr/>
        </p:nvSpPr>
        <p:spPr>
          <a:xfrm>
            <a:off x="10332720" y="4060080"/>
            <a:ext cx="1142280" cy="612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2000" b="1" strike="noStrike" spc="-1">
                <a:solidFill>
                  <a:schemeClr val="accent1"/>
                </a:solidFill>
                <a:latin typeface="Calibri"/>
              </a:rPr>
              <a:t>80.0</a:t>
            </a:r>
            <a:endParaRPr lang="en-US" sz="2000" b="0" strike="noStrike" spc="-1">
              <a:solidFill>
                <a:srgbClr val="000000"/>
              </a:solidFill>
              <a:latin typeface="Arial"/>
            </a:endParaRPr>
          </a:p>
        </p:txBody>
      </p:sp>
      <p:sp>
        <p:nvSpPr>
          <p:cNvPr id="80" name="Shape 38"/>
          <p:cNvSpPr/>
          <p:nvPr/>
        </p:nvSpPr>
        <p:spPr>
          <a:xfrm>
            <a:off x="6583680" y="4937760"/>
            <a:ext cx="5055840" cy="867960"/>
          </a:xfrm>
          <a:prstGeom prst="roundRect">
            <a:avLst>
              <a:gd name="adj" fmla="val 12632"/>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81" name="Shape 39"/>
          <p:cNvSpPr/>
          <p:nvPr/>
        </p:nvSpPr>
        <p:spPr>
          <a:xfrm>
            <a:off x="6766560" y="5093280"/>
            <a:ext cx="547920" cy="54792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82" name="Text 40"/>
          <p:cNvSpPr/>
          <p:nvPr/>
        </p:nvSpPr>
        <p:spPr>
          <a:xfrm>
            <a:off x="6766560" y="5093280"/>
            <a:ext cx="547920" cy="54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chemeClr val="lt1"/>
                </a:solidFill>
                <a:latin typeface="Calibri"/>
              </a:rPr>
              <a:t>P04</a:t>
            </a:r>
            <a:endParaRPr lang="en-US" sz="1300" b="0" strike="noStrike" spc="-1">
              <a:solidFill>
                <a:srgbClr val="000000"/>
              </a:solidFill>
              <a:latin typeface="Arial"/>
            </a:endParaRPr>
          </a:p>
        </p:txBody>
      </p:sp>
      <p:sp>
        <p:nvSpPr>
          <p:cNvPr id="83" name="Text 41"/>
          <p:cNvSpPr/>
          <p:nvPr/>
        </p:nvSpPr>
        <p:spPr>
          <a:xfrm>
            <a:off x="7498080" y="5065920"/>
            <a:ext cx="274248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700" b="1" strike="noStrike" spc="-1">
                <a:solidFill>
                  <a:schemeClr val="dk1"/>
                </a:solidFill>
                <a:latin typeface="Calibri"/>
              </a:rPr>
              <a:t>Monitor 24"</a:t>
            </a:r>
            <a:endParaRPr lang="en-US" sz="1700" b="0" strike="noStrike" spc="-1">
              <a:solidFill>
                <a:srgbClr val="000000"/>
              </a:solidFill>
              <a:latin typeface="Arial"/>
            </a:endParaRPr>
          </a:p>
        </p:txBody>
      </p:sp>
      <p:sp>
        <p:nvSpPr>
          <p:cNvPr id="84" name="Text 42"/>
          <p:cNvSpPr/>
          <p:nvPr/>
        </p:nvSpPr>
        <p:spPr>
          <a:xfrm>
            <a:off x="7498080" y="5413320"/>
            <a:ext cx="27424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strike="noStrike" spc="-1">
                <a:solidFill>
                  <a:schemeClr val="dk2"/>
                </a:solidFill>
                <a:latin typeface="Calibri"/>
              </a:rPr>
              <a:t>Samsung</a:t>
            </a:r>
            <a:endParaRPr lang="en-US" sz="1300" b="0" strike="noStrike" spc="-1">
              <a:solidFill>
                <a:srgbClr val="000000"/>
              </a:solidFill>
              <a:latin typeface="Arial"/>
            </a:endParaRPr>
          </a:p>
        </p:txBody>
      </p:sp>
      <p:sp>
        <p:nvSpPr>
          <p:cNvPr id="85" name="Text 43"/>
          <p:cNvSpPr/>
          <p:nvPr/>
        </p:nvSpPr>
        <p:spPr>
          <a:xfrm>
            <a:off x="10332720" y="5065920"/>
            <a:ext cx="1142280" cy="612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2000" b="1" strike="noStrike" spc="-1">
                <a:solidFill>
                  <a:schemeClr val="accent1"/>
                </a:solidFill>
                <a:latin typeface="Calibri"/>
              </a:rPr>
              <a:t>180.0</a:t>
            </a:r>
            <a:endParaRPr lang="en-US" sz="2000" b="0" strike="noStrike" spc="-1">
              <a:solidFill>
                <a:srgbClr val="000000"/>
              </a:solidFill>
              <a:latin typeface="Arial"/>
            </a:endParaRPr>
          </a:p>
        </p:txBody>
      </p:sp>
      <p:sp>
        <p:nvSpPr>
          <p:cNvPr id="86" name="PlaceHolder 2"/>
          <p:cNvSpPr>
            <a:spLocks noGrp="1"/>
          </p:cNvSpPr>
          <p:nvPr>
            <p:ph type="sldNum" idx="5"/>
          </p:nvPr>
        </p:nvSpPr>
        <p:spPr>
          <a:xfrm>
            <a:off x="11247120" y="6309360"/>
            <a:ext cx="392400" cy="27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000" b="0" strike="noStrike" spc="-1">
                <a:solidFill>
                  <a:srgbClr val="7A7FA8"/>
                </a:solidFill>
                <a:latin typeface="Calibri"/>
              </a:defRPr>
            </a:lvl1pPr>
          </a:lstStyle>
          <a:p>
            <a:pPr indent="0" defTabSz="914400">
              <a:lnSpc>
                <a:spcPct val="100000"/>
              </a:lnSpc>
              <a:buNone/>
              <a:tabLst>
                <a:tab pos="0" algn="l"/>
              </a:tabLst>
            </a:pPr>
            <a:fld id="{1C969ED9-E781-42AC-9FBF-7FE598D49EEC}" type="slidenum">
              <a:rPr lang="en-US" sz="1000" b="0" strike="noStrike" spc="-1">
                <a:solidFill>
                  <a:srgbClr val="7A7FA8"/>
                </a:solidFill>
                <a:latin typeface="Calibri"/>
              </a:rPr>
              <a:t>2</a:t>
            </a:fld>
            <a:endParaRPr lang="en-US" sz="100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p15="http://schemas.microsoft.com/office/powerpoint/2012/main"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Text 0"/>
          <p:cNvSpPr/>
          <p:nvPr/>
        </p:nvSpPr>
        <p:spPr>
          <a:xfrm>
            <a:off x="548640" y="274320"/>
            <a:ext cx="45712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97">
                <a:solidFill>
                  <a:schemeClr val="accent1"/>
                </a:solidFill>
                <a:latin typeface="Calibri"/>
              </a:rPr>
              <a:t>1 · EL PROBLEMA</a:t>
            </a:r>
            <a:endParaRPr lang="en-US" sz="1200" b="0" strike="noStrike" spc="-1">
              <a:solidFill>
                <a:srgbClr val="000000"/>
              </a:solidFill>
              <a:latin typeface="Arial"/>
            </a:endParaRPr>
          </a:p>
        </p:txBody>
      </p:sp>
      <p:sp>
        <p:nvSpPr>
          <p:cNvPr id="88" name="Shape 1"/>
          <p:cNvSpPr/>
          <p:nvPr/>
        </p:nvSpPr>
        <p:spPr>
          <a:xfrm>
            <a:off x="10424160" y="329040"/>
            <a:ext cx="127440" cy="1274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89" name="Shape 2"/>
          <p:cNvSpPr/>
          <p:nvPr/>
        </p:nvSpPr>
        <p:spPr>
          <a:xfrm>
            <a:off x="1066176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90" name="Shape 3"/>
          <p:cNvSpPr/>
          <p:nvPr/>
        </p:nvSpPr>
        <p:spPr>
          <a:xfrm>
            <a:off x="1089972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91" name="Shape 4"/>
          <p:cNvSpPr/>
          <p:nvPr/>
        </p:nvSpPr>
        <p:spPr>
          <a:xfrm>
            <a:off x="1113732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92" name="Shape 5"/>
          <p:cNvSpPr/>
          <p:nvPr/>
        </p:nvSpPr>
        <p:spPr>
          <a:xfrm>
            <a:off x="1137528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93" name="PlaceHolder 1"/>
          <p:cNvSpPr>
            <a:spLocks noGrp="1"/>
          </p:cNvSpPr>
          <p:nvPr>
            <p:ph type="title"/>
          </p:nvPr>
        </p:nvSpPr>
        <p:spPr>
          <a:xfrm>
            <a:off x="548640" y="567000"/>
            <a:ext cx="8777520" cy="730800"/>
          </a:xfrm>
          <a:prstGeom prst="rect">
            <a:avLst/>
          </a:prstGeom>
          <a:noFill/>
          <a:ln w="0">
            <a:noFill/>
          </a:ln>
        </p:spPr>
        <p:txBody>
          <a:bodyPr lIns="0" tIns="0" rIns="0" bIns="0" anchor="ctr">
            <a:noAutofit/>
          </a:bodyPr>
          <a:lstStyle/>
          <a:p>
            <a:pPr indent="0" defTabSz="914400">
              <a:lnSpc>
                <a:spcPct val="100000"/>
              </a:lnSpc>
              <a:buNone/>
              <a:tabLst>
                <a:tab pos="0" algn="l"/>
              </a:tabLst>
            </a:pPr>
            <a:r>
              <a:rPr lang="en-US" sz="3400" b="1" strike="noStrike" spc="-1">
                <a:solidFill>
                  <a:schemeClr val="dk1"/>
                </a:solidFill>
                <a:latin typeface="Cambria"/>
              </a:rPr>
              <a:t>Requerimientos del sistema</a:t>
            </a:r>
            <a:endParaRPr lang="en-US" sz="3400" b="0" strike="noStrike" spc="-1">
              <a:solidFill>
                <a:schemeClr val="dk1"/>
              </a:solidFill>
              <a:latin typeface="Calibri"/>
            </a:endParaRPr>
          </a:p>
        </p:txBody>
      </p:sp>
      <p:sp>
        <p:nvSpPr>
          <p:cNvPr id="94" name="Shape 7"/>
          <p:cNvSpPr/>
          <p:nvPr/>
        </p:nvSpPr>
        <p:spPr>
          <a:xfrm>
            <a:off x="548640" y="6163200"/>
            <a:ext cx="5723280" cy="365040"/>
          </a:xfrm>
          <a:prstGeom prst="roundRect">
            <a:avLst>
              <a:gd name="adj" fmla="val 50000"/>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95" name="Text 8"/>
          <p:cNvSpPr/>
          <p:nvPr/>
        </p:nvSpPr>
        <p:spPr>
          <a:xfrm>
            <a:off x="731520" y="6163200"/>
            <a:ext cx="544896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chemeClr val="accent1"/>
                </a:solidFill>
                <a:latin typeface="Calibri"/>
              </a:rPr>
              <a:t>→  Para cumplirlos, la solución se organiza en 5 clases</a:t>
            </a:r>
            <a:endParaRPr lang="en-US" sz="1300" b="0" strike="noStrike" spc="-1">
              <a:solidFill>
                <a:srgbClr val="000000"/>
              </a:solidFill>
              <a:latin typeface="Arial"/>
            </a:endParaRPr>
          </a:p>
        </p:txBody>
      </p:sp>
      <p:sp>
        <p:nvSpPr>
          <p:cNvPr id="96" name="Shape 9"/>
          <p:cNvSpPr/>
          <p:nvPr/>
        </p:nvSpPr>
        <p:spPr>
          <a:xfrm>
            <a:off x="548640" y="1554480"/>
            <a:ext cx="6674400" cy="785520"/>
          </a:xfrm>
          <a:prstGeom prst="roundRect">
            <a:avLst>
              <a:gd name="adj" fmla="val 13953"/>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97" name="Shape 10"/>
          <p:cNvSpPr/>
          <p:nvPr/>
        </p:nvSpPr>
        <p:spPr>
          <a:xfrm>
            <a:off x="731520" y="1728360"/>
            <a:ext cx="456480" cy="45648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98" name="Text 11"/>
          <p:cNvSpPr/>
          <p:nvPr/>
        </p:nvSpPr>
        <p:spPr>
          <a:xfrm>
            <a:off x="731520" y="1728360"/>
            <a:ext cx="45648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chemeClr val="lt1"/>
                </a:solidFill>
                <a:latin typeface="Calibri"/>
              </a:rPr>
              <a:t>1</a:t>
            </a:r>
            <a:endParaRPr lang="en-US" sz="1600" b="0" strike="noStrike" spc="-1">
              <a:solidFill>
                <a:srgbClr val="000000"/>
              </a:solidFill>
              <a:latin typeface="Arial"/>
            </a:endParaRPr>
          </a:p>
        </p:txBody>
      </p:sp>
      <p:sp>
        <p:nvSpPr>
          <p:cNvPr id="99" name="Text 12"/>
          <p:cNvSpPr/>
          <p:nvPr/>
        </p:nvSpPr>
        <p:spPr>
          <a:xfrm>
            <a:off x="1417320" y="1645920"/>
            <a:ext cx="566856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700" b="1" strike="noStrike" spc="-1">
                <a:solidFill>
                  <a:schemeClr val="dk1"/>
                </a:solidFill>
                <a:latin typeface="Calibri"/>
              </a:rPr>
              <a:t>Filtrar productos por rango de precio</a:t>
            </a:r>
            <a:endParaRPr lang="en-US" sz="1700" b="0" strike="noStrike" spc="-1">
              <a:solidFill>
                <a:srgbClr val="000000"/>
              </a:solidFill>
              <a:latin typeface="Arial"/>
            </a:endParaRPr>
          </a:p>
        </p:txBody>
      </p:sp>
      <p:sp>
        <p:nvSpPr>
          <p:cNvPr id="100" name="Text 13"/>
          <p:cNvSpPr/>
          <p:nvPr/>
        </p:nvSpPr>
        <p:spPr>
          <a:xfrm>
            <a:off x="1417320" y="2011680"/>
            <a:ext cx="566856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strike="noStrike" spc="-1">
                <a:solidFill>
                  <a:schemeClr val="accent1"/>
                </a:solidFill>
                <a:latin typeface="Courier New"/>
                <a:ea typeface="Courier New"/>
              </a:rPr>
              <a:t>filtrarPorRangoPrecio(min, max)</a:t>
            </a:r>
            <a:endParaRPr lang="en-US" sz="1300" b="0" strike="noStrike" spc="-1">
              <a:solidFill>
                <a:srgbClr val="000000"/>
              </a:solidFill>
              <a:latin typeface="Arial"/>
            </a:endParaRPr>
          </a:p>
        </p:txBody>
      </p:sp>
      <p:sp>
        <p:nvSpPr>
          <p:cNvPr id="101" name="Shape 14"/>
          <p:cNvSpPr/>
          <p:nvPr/>
        </p:nvSpPr>
        <p:spPr>
          <a:xfrm>
            <a:off x="548640" y="2441520"/>
            <a:ext cx="6674400" cy="785520"/>
          </a:xfrm>
          <a:prstGeom prst="roundRect">
            <a:avLst>
              <a:gd name="adj" fmla="val 13953"/>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102" name="Shape 15"/>
          <p:cNvSpPr/>
          <p:nvPr/>
        </p:nvSpPr>
        <p:spPr>
          <a:xfrm>
            <a:off x="731520" y="2615040"/>
            <a:ext cx="456480" cy="45648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103" name="Text 16"/>
          <p:cNvSpPr/>
          <p:nvPr/>
        </p:nvSpPr>
        <p:spPr>
          <a:xfrm>
            <a:off x="731520" y="2615040"/>
            <a:ext cx="45648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chemeClr val="lt1"/>
                </a:solidFill>
                <a:latin typeface="Calibri"/>
              </a:rPr>
              <a:t>2</a:t>
            </a:r>
            <a:endParaRPr lang="en-US" sz="1600" b="0" strike="noStrike" spc="-1">
              <a:solidFill>
                <a:srgbClr val="000000"/>
              </a:solidFill>
              <a:latin typeface="Arial"/>
            </a:endParaRPr>
          </a:p>
        </p:txBody>
      </p:sp>
      <p:sp>
        <p:nvSpPr>
          <p:cNvPr id="104" name="Text 17"/>
          <p:cNvSpPr/>
          <p:nvPr/>
        </p:nvSpPr>
        <p:spPr>
          <a:xfrm>
            <a:off x="1417320" y="2532960"/>
            <a:ext cx="566856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700" b="1" strike="noStrike" spc="-1">
                <a:solidFill>
                  <a:schemeClr val="dk1"/>
                </a:solidFill>
                <a:latin typeface="Calibri"/>
              </a:rPr>
              <a:t>Aplicar descuento por marca</a:t>
            </a:r>
            <a:endParaRPr lang="en-US" sz="1700" b="0" strike="noStrike" spc="-1">
              <a:solidFill>
                <a:srgbClr val="000000"/>
              </a:solidFill>
              <a:latin typeface="Arial"/>
            </a:endParaRPr>
          </a:p>
        </p:txBody>
      </p:sp>
      <p:sp>
        <p:nvSpPr>
          <p:cNvPr id="105" name="Text 18"/>
          <p:cNvSpPr/>
          <p:nvPr/>
        </p:nvSpPr>
        <p:spPr>
          <a:xfrm>
            <a:off x="1417320" y="2898720"/>
            <a:ext cx="566856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strike="noStrike" spc="-1">
                <a:solidFill>
                  <a:schemeClr val="accent1"/>
                </a:solidFill>
                <a:latin typeface="Courier New"/>
                <a:ea typeface="Courier New"/>
              </a:rPr>
              <a:t>aplicarDescuentoMarca(marca, %)</a:t>
            </a:r>
            <a:endParaRPr lang="en-US" sz="1300" b="0" strike="noStrike" spc="-1">
              <a:solidFill>
                <a:srgbClr val="000000"/>
              </a:solidFill>
              <a:latin typeface="Arial"/>
            </a:endParaRPr>
          </a:p>
        </p:txBody>
      </p:sp>
      <p:sp>
        <p:nvSpPr>
          <p:cNvPr id="106" name="Shape 19"/>
          <p:cNvSpPr/>
          <p:nvPr/>
        </p:nvSpPr>
        <p:spPr>
          <a:xfrm>
            <a:off x="548640" y="3328560"/>
            <a:ext cx="6674400" cy="785520"/>
          </a:xfrm>
          <a:prstGeom prst="roundRect">
            <a:avLst>
              <a:gd name="adj" fmla="val 13953"/>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107" name="Shape 20"/>
          <p:cNvSpPr/>
          <p:nvPr/>
        </p:nvSpPr>
        <p:spPr>
          <a:xfrm>
            <a:off x="731520" y="3502080"/>
            <a:ext cx="456480" cy="45648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108" name="Text 21"/>
          <p:cNvSpPr/>
          <p:nvPr/>
        </p:nvSpPr>
        <p:spPr>
          <a:xfrm>
            <a:off x="731520" y="3502080"/>
            <a:ext cx="45648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chemeClr val="lt1"/>
                </a:solidFill>
                <a:latin typeface="Calibri"/>
              </a:rPr>
              <a:t>3</a:t>
            </a:r>
            <a:endParaRPr lang="en-US" sz="1600" b="0" strike="noStrike" spc="-1">
              <a:solidFill>
                <a:srgbClr val="000000"/>
              </a:solidFill>
              <a:latin typeface="Arial"/>
            </a:endParaRPr>
          </a:p>
        </p:txBody>
      </p:sp>
      <p:sp>
        <p:nvSpPr>
          <p:cNvPr id="109" name="Text 22"/>
          <p:cNvSpPr/>
          <p:nvPr/>
        </p:nvSpPr>
        <p:spPr>
          <a:xfrm>
            <a:off x="1417320" y="3420000"/>
            <a:ext cx="566856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700" b="1" strike="noStrike" spc="-1">
                <a:solidFill>
                  <a:schemeClr val="dk1"/>
                </a:solidFill>
                <a:latin typeface="Calibri"/>
              </a:rPr>
              <a:t>Buscar el producto más barato</a:t>
            </a:r>
            <a:endParaRPr lang="en-US" sz="1700" b="0" strike="noStrike" spc="-1">
              <a:solidFill>
                <a:srgbClr val="000000"/>
              </a:solidFill>
              <a:latin typeface="Arial"/>
            </a:endParaRPr>
          </a:p>
        </p:txBody>
      </p:sp>
      <p:sp>
        <p:nvSpPr>
          <p:cNvPr id="110" name="Text 23"/>
          <p:cNvSpPr/>
          <p:nvPr/>
        </p:nvSpPr>
        <p:spPr>
          <a:xfrm>
            <a:off x="1417320" y="3785760"/>
            <a:ext cx="566856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strike="noStrike" spc="-1">
                <a:solidFill>
                  <a:schemeClr val="accent1"/>
                </a:solidFill>
                <a:latin typeface="Courier New"/>
                <a:ea typeface="Courier New"/>
              </a:rPr>
              <a:t>buscarProductoBarato()</a:t>
            </a:r>
            <a:endParaRPr lang="en-US" sz="1300" b="0" strike="noStrike" spc="-1">
              <a:solidFill>
                <a:srgbClr val="000000"/>
              </a:solidFill>
              <a:latin typeface="Arial"/>
            </a:endParaRPr>
          </a:p>
        </p:txBody>
      </p:sp>
      <p:sp>
        <p:nvSpPr>
          <p:cNvPr id="111" name="Shape 24"/>
          <p:cNvSpPr/>
          <p:nvPr/>
        </p:nvSpPr>
        <p:spPr>
          <a:xfrm>
            <a:off x="548640" y="4215240"/>
            <a:ext cx="6674400" cy="785520"/>
          </a:xfrm>
          <a:prstGeom prst="roundRect">
            <a:avLst>
              <a:gd name="adj" fmla="val 13953"/>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112" name="Shape 25"/>
          <p:cNvSpPr/>
          <p:nvPr/>
        </p:nvSpPr>
        <p:spPr>
          <a:xfrm>
            <a:off x="731520" y="4389120"/>
            <a:ext cx="456480" cy="45648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113" name="Text 26"/>
          <p:cNvSpPr/>
          <p:nvPr/>
        </p:nvSpPr>
        <p:spPr>
          <a:xfrm>
            <a:off x="731520" y="4389120"/>
            <a:ext cx="45648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chemeClr val="lt1"/>
                </a:solidFill>
                <a:latin typeface="Calibri"/>
              </a:rPr>
              <a:t>4</a:t>
            </a:r>
            <a:endParaRPr lang="en-US" sz="1600" b="0" strike="noStrike" spc="-1">
              <a:solidFill>
                <a:srgbClr val="000000"/>
              </a:solidFill>
              <a:latin typeface="Arial"/>
            </a:endParaRPr>
          </a:p>
        </p:txBody>
      </p:sp>
      <p:sp>
        <p:nvSpPr>
          <p:cNvPr id="114" name="Text 27"/>
          <p:cNvSpPr/>
          <p:nvPr/>
        </p:nvSpPr>
        <p:spPr>
          <a:xfrm>
            <a:off x="1417320" y="4306680"/>
            <a:ext cx="566856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700" b="1" strike="noStrike" spc="-1">
                <a:solidFill>
                  <a:schemeClr val="dk1"/>
                </a:solidFill>
                <a:latin typeface="Calibri"/>
              </a:rPr>
              <a:t>Reponer stock (actualizar el precio)</a:t>
            </a:r>
            <a:endParaRPr lang="en-US" sz="1700" b="0" strike="noStrike" spc="-1">
              <a:solidFill>
                <a:srgbClr val="000000"/>
              </a:solidFill>
              <a:latin typeface="Arial"/>
            </a:endParaRPr>
          </a:p>
        </p:txBody>
      </p:sp>
      <p:sp>
        <p:nvSpPr>
          <p:cNvPr id="115" name="Text 28"/>
          <p:cNvSpPr/>
          <p:nvPr/>
        </p:nvSpPr>
        <p:spPr>
          <a:xfrm>
            <a:off x="1417320" y="4672440"/>
            <a:ext cx="566856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strike="noStrike" spc="-1">
                <a:solidFill>
                  <a:schemeClr val="accent1"/>
                </a:solidFill>
                <a:latin typeface="Courier New"/>
                <a:ea typeface="Courier New"/>
              </a:rPr>
              <a:t>reponerStockProducto(id, precio)</a:t>
            </a:r>
            <a:endParaRPr lang="en-US" sz="1300" b="0" strike="noStrike" spc="-1">
              <a:solidFill>
                <a:srgbClr val="000000"/>
              </a:solidFill>
              <a:latin typeface="Arial"/>
            </a:endParaRPr>
          </a:p>
        </p:txBody>
      </p:sp>
      <p:sp>
        <p:nvSpPr>
          <p:cNvPr id="116" name="Shape 29"/>
          <p:cNvSpPr/>
          <p:nvPr/>
        </p:nvSpPr>
        <p:spPr>
          <a:xfrm>
            <a:off x="548640" y="5102280"/>
            <a:ext cx="6674400" cy="785520"/>
          </a:xfrm>
          <a:prstGeom prst="roundRect">
            <a:avLst>
              <a:gd name="adj" fmla="val 13953"/>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117" name="Shape 30"/>
          <p:cNvSpPr/>
          <p:nvPr/>
        </p:nvSpPr>
        <p:spPr>
          <a:xfrm>
            <a:off x="731520" y="5276160"/>
            <a:ext cx="456480" cy="45648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118" name="Text 31"/>
          <p:cNvSpPr/>
          <p:nvPr/>
        </p:nvSpPr>
        <p:spPr>
          <a:xfrm>
            <a:off x="731520" y="5276160"/>
            <a:ext cx="45648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chemeClr val="lt1"/>
                </a:solidFill>
                <a:latin typeface="Calibri"/>
              </a:rPr>
              <a:t>5</a:t>
            </a:r>
            <a:endParaRPr lang="en-US" sz="1600" b="0" strike="noStrike" spc="-1">
              <a:solidFill>
                <a:srgbClr val="000000"/>
              </a:solidFill>
              <a:latin typeface="Arial"/>
            </a:endParaRPr>
          </a:p>
        </p:txBody>
      </p:sp>
      <p:sp>
        <p:nvSpPr>
          <p:cNvPr id="119" name="Text 32"/>
          <p:cNvSpPr/>
          <p:nvPr/>
        </p:nvSpPr>
        <p:spPr>
          <a:xfrm>
            <a:off x="1417320" y="5193720"/>
            <a:ext cx="566856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700" b="1" strike="noStrike" spc="-1">
                <a:solidFill>
                  <a:schemeClr val="dk1"/>
                </a:solidFill>
                <a:latin typeface="Calibri"/>
              </a:rPr>
              <a:t>Calcular el promedio de precio de una marca</a:t>
            </a:r>
            <a:endParaRPr lang="en-US" sz="1700" b="0" strike="noStrike" spc="-1">
              <a:solidFill>
                <a:srgbClr val="000000"/>
              </a:solidFill>
              <a:latin typeface="Arial"/>
            </a:endParaRPr>
          </a:p>
        </p:txBody>
      </p:sp>
      <p:sp>
        <p:nvSpPr>
          <p:cNvPr id="120" name="Text 33"/>
          <p:cNvSpPr/>
          <p:nvPr/>
        </p:nvSpPr>
        <p:spPr>
          <a:xfrm>
            <a:off x="1417320" y="5559480"/>
            <a:ext cx="566856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strike="noStrike" spc="-1">
                <a:solidFill>
                  <a:schemeClr val="accent1"/>
                </a:solidFill>
                <a:latin typeface="Courier New"/>
                <a:ea typeface="Courier New"/>
              </a:rPr>
              <a:t>promedioPrecioPorMarca(marca)</a:t>
            </a:r>
            <a:endParaRPr lang="en-US" sz="1300" b="0" strike="noStrike" spc="-1">
              <a:solidFill>
                <a:srgbClr val="000000"/>
              </a:solidFill>
              <a:latin typeface="Arial"/>
            </a:endParaRPr>
          </a:p>
        </p:txBody>
      </p:sp>
      <p:sp>
        <p:nvSpPr>
          <p:cNvPr id="121" name="Shape 34"/>
          <p:cNvSpPr/>
          <p:nvPr/>
        </p:nvSpPr>
        <p:spPr>
          <a:xfrm>
            <a:off x="7589520" y="1554480"/>
            <a:ext cx="4050000" cy="4388400"/>
          </a:xfrm>
          <a:prstGeom prst="roundRect">
            <a:avLst>
              <a:gd name="adj" fmla="val 2709"/>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122" name="Text 35"/>
          <p:cNvSpPr/>
          <p:nvPr/>
        </p:nvSpPr>
        <p:spPr>
          <a:xfrm>
            <a:off x="7909560" y="1828800"/>
            <a:ext cx="338256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1" strike="noStrike" spc="296">
                <a:solidFill>
                  <a:schemeClr val="accent2"/>
                </a:solidFill>
                <a:latin typeface="Calibri"/>
              </a:rPr>
              <a:t>RESTRICCIÓN</a:t>
            </a:r>
            <a:endParaRPr lang="en-US" sz="1300" b="0" strike="noStrike" spc="-1">
              <a:solidFill>
                <a:srgbClr val="000000"/>
              </a:solidFill>
              <a:latin typeface="Arial"/>
            </a:endParaRPr>
          </a:p>
        </p:txBody>
      </p:sp>
      <p:sp>
        <p:nvSpPr>
          <p:cNvPr id="123" name="Text 36"/>
          <p:cNvSpPr/>
          <p:nvPr/>
        </p:nvSpPr>
        <p:spPr>
          <a:xfrm>
            <a:off x="7909560" y="2194560"/>
            <a:ext cx="3474000" cy="1096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2600" b="1" strike="noStrike" spc="-1">
                <a:solidFill>
                  <a:schemeClr val="lt1"/>
                </a:solidFill>
                <a:latin typeface="Calibri"/>
              </a:rPr>
              <a:t>Lista dinámica desde cero</a:t>
            </a:r>
            <a:endParaRPr lang="en-US" sz="2600" b="0" strike="noStrike" spc="-1">
              <a:solidFill>
                <a:srgbClr val="000000"/>
              </a:solidFill>
              <a:latin typeface="Arial"/>
            </a:endParaRPr>
          </a:p>
        </p:txBody>
      </p:sp>
      <p:sp>
        <p:nvSpPr>
          <p:cNvPr id="124" name="Text 37"/>
          <p:cNvSpPr/>
          <p:nvPr/>
        </p:nvSpPr>
        <p:spPr>
          <a:xfrm>
            <a:off x="7909560" y="3474720"/>
            <a:ext cx="3474000" cy="913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500" b="0" strike="noStrike" spc="-1">
                <a:solidFill>
                  <a:schemeClr val="accent6"/>
                </a:solidFill>
                <a:latin typeface="Calibri"/>
              </a:rPr>
              <a:t>Se construye la estructura propia, sin usar la que ya trae Java, para entender cómo funciona por dentro.</a:t>
            </a:r>
            <a:endParaRPr lang="en-US" sz="1500" b="0" strike="noStrike" spc="-1">
              <a:solidFill>
                <a:srgbClr val="000000"/>
              </a:solidFill>
              <a:latin typeface="Arial"/>
            </a:endParaRPr>
          </a:p>
        </p:txBody>
      </p:sp>
      <p:sp>
        <p:nvSpPr>
          <p:cNvPr id="125" name="Shape 38"/>
          <p:cNvSpPr/>
          <p:nvPr/>
        </p:nvSpPr>
        <p:spPr>
          <a:xfrm>
            <a:off x="7909560" y="4754880"/>
            <a:ext cx="493200" cy="493200"/>
          </a:xfrm>
          <a:prstGeom prst="roundRect">
            <a:avLst>
              <a:gd name="adj" fmla="val 14815"/>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126" name="Shape 39"/>
          <p:cNvSpPr/>
          <p:nvPr/>
        </p:nvSpPr>
        <p:spPr>
          <a:xfrm>
            <a:off x="8476560" y="4754880"/>
            <a:ext cx="493200" cy="493200"/>
          </a:xfrm>
          <a:prstGeom prst="roundRect">
            <a:avLst>
              <a:gd name="adj" fmla="val 14815"/>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127" name="Shape 40"/>
          <p:cNvSpPr/>
          <p:nvPr/>
        </p:nvSpPr>
        <p:spPr>
          <a:xfrm>
            <a:off x="9043560" y="4754880"/>
            <a:ext cx="493200" cy="493200"/>
          </a:xfrm>
          <a:prstGeom prst="roundRect">
            <a:avLst>
              <a:gd name="adj" fmla="val 14815"/>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128" name="Shape 41"/>
          <p:cNvSpPr/>
          <p:nvPr/>
        </p:nvSpPr>
        <p:spPr>
          <a:xfrm>
            <a:off x="9610200" y="4754880"/>
            <a:ext cx="493200" cy="493200"/>
          </a:xfrm>
          <a:prstGeom prst="roundRect">
            <a:avLst>
              <a:gd name="adj" fmla="val 14815"/>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129" name="Shape 42"/>
          <p:cNvSpPr/>
          <p:nvPr/>
        </p:nvSpPr>
        <p:spPr>
          <a:xfrm>
            <a:off x="10177200" y="4754880"/>
            <a:ext cx="493200" cy="493200"/>
          </a:xfrm>
          <a:prstGeom prst="roundRect">
            <a:avLst>
              <a:gd name="adj" fmla="val 14815"/>
            </a:avLst>
          </a:prstGeom>
          <a:solidFill>
            <a:schemeClr val="tx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130" name="Shape 43"/>
          <p:cNvSpPr/>
          <p:nvPr/>
        </p:nvSpPr>
        <p:spPr>
          <a:xfrm>
            <a:off x="10744200" y="4754880"/>
            <a:ext cx="493200" cy="493200"/>
          </a:xfrm>
          <a:prstGeom prst="roundRect">
            <a:avLst>
              <a:gd name="adj" fmla="val 14815"/>
            </a:avLst>
          </a:prstGeom>
          <a:solidFill>
            <a:schemeClr val="tx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131" name="Text 44"/>
          <p:cNvSpPr/>
          <p:nvPr/>
        </p:nvSpPr>
        <p:spPr>
          <a:xfrm>
            <a:off x="7909560" y="5349240"/>
            <a:ext cx="347400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strike="noStrike" spc="-1">
                <a:solidFill>
                  <a:schemeClr val="accent6"/>
                </a:solidFill>
                <a:latin typeface="Calibri"/>
              </a:rPr>
              <a:t>items · size · capacity</a:t>
            </a:r>
            <a:endParaRPr lang="en-US" sz="1200" b="0" strike="noStrike" spc="-1">
              <a:solidFill>
                <a:srgbClr val="000000"/>
              </a:solidFill>
              <a:latin typeface="Arial"/>
            </a:endParaRPr>
          </a:p>
        </p:txBody>
      </p:sp>
      <p:sp>
        <p:nvSpPr>
          <p:cNvPr id="132" name="PlaceHolder 2"/>
          <p:cNvSpPr>
            <a:spLocks noGrp="1"/>
          </p:cNvSpPr>
          <p:nvPr>
            <p:ph type="sldNum" idx="6"/>
          </p:nvPr>
        </p:nvSpPr>
        <p:spPr>
          <a:xfrm>
            <a:off x="11247120" y="6309360"/>
            <a:ext cx="392400" cy="27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000" b="0" strike="noStrike" spc="-1">
                <a:solidFill>
                  <a:srgbClr val="7A7FA8"/>
                </a:solidFill>
                <a:latin typeface="Calibri"/>
              </a:defRPr>
            </a:lvl1pPr>
          </a:lstStyle>
          <a:p>
            <a:pPr indent="0" defTabSz="914400">
              <a:lnSpc>
                <a:spcPct val="100000"/>
              </a:lnSpc>
              <a:buNone/>
              <a:tabLst>
                <a:tab pos="0" algn="l"/>
              </a:tabLst>
            </a:pPr>
            <a:fld id="{A77E146B-066F-4794-AD51-7842A1782AFB}" type="slidenum">
              <a:rPr lang="en-US" sz="1000" b="0" strike="noStrike" spc="-1">
                <a:solidFill>
                  <a:srgbClr val="7A7FA8"/>
                </a:solidFill>
                <a:latin typeface="Calibri"/>
              </a:rPr>
              <a:t>3</a:t>
            </a:fld>
            <a:endParaRPr lang="en-US" sz="100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p15="http://schemas.microsoft.com/office/powerpoint/2012/main"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Text 0"/>
          <p:cNvSpPr/>
          <p:nvPr/>
        </p:nvSpPr>
        <p:spPr>
          <a:xfrm>
            <a:off x="548640" y="274320"/>
            <a:ext cx="45712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97">
                <a:solidFill>
                  <a:schemeClr val="accent1"/>
                </a:solidFill>
                <a:latin typeface="Calibri"/>
              </a:rPr>
              <a:t>2 · LA SOLUCIÓN</a:t>
            </a:r>
            <a:endParaRPr lang="en-US" sz="1200" b="0" strike="noStrike" spc="-1">
              <a:solidFill>
                <a:srgbClr val="000000"/>
              </a:solidFill>
              <a:latin typeface="Arial"/>
            </a:endParaRPr>
          </a:p>
        </p:txBody>
      </p:sp>
      <p:sp>
        <p:nvSpPr>
          <p:cNvPr id="134" name="Shape 1"/>
          <p:cNvSpPr/>
          <p:nvPr/>
        </p:nvSpPr>
        <p:spPr>
          <a:xfrm>
            <a:off x="1042416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135" name="Shape 2"/>
          <p:cNvSpPr/>
          <p:nvPr/>
        </p:nvSpPr>
        <p:spPr>
          <a:xfrm>
            <a:off x="10661760" y="329040"/>
            <a:ext cx="127440" cy="1274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136" name="Shape 3"/>
          <p:cNvSpPr/>
          <p:nvPr/>
        </p:nvSpPr>
        <p:spPr>
          <a:xfrm>
            <a:off x="1089972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137" name="Shape 4"/>
          <p:cNvSpPr/>
          <p:nvPr/>
        </p:nvSpPr>
        <p:spPr>
          <a:xfrm>
            <a:off x="1113732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138" name="Shape 5"/>
          <p:cNvSpPr/>
          <p:nvPr/>
        </p:nvSpPr>
        <p:spPr>
          <a:xfrm>
            <a:off x="1137528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139" name="PlaceHolder 1"/>
          <p:cNvSpPr>
            <a:spLocks noGrp="1"/>
          </p:cNvSpPr>
          <p:nvPr>
            <p:ph type="title"/>
          </p:nvPr>
        </p:nvSpPr>
        <p:spPr>
          <a:xfrm>
            <a:off x="548640" y="567000"/>
            <a:ext cx="8777520" cy="730800"/>
          </a:xfrm>
          <a:prstGeom prst="rect">
            <a:avLst/>
          </a:prstGeom>
          <a:noFill/>
          <a:ln w="0">
            <a:noFill/>
          </a:ln>
        </p:spPr>
        <p:txBody>
          <a:bodyPr lIns="0" tIns="0" rIns="0" bIns="0" anchor="ctr">
            <a:noAutofit/>
          </a:bodyPr>
          <a:lstStyle/>
          <a:p>
            <a:pPr indent="0" defTabSz="914400">
              <a:lnSpc>
                <a:spcPct val="100000"/>
              </a:lnSpc>
              <a:buNone/>
              <a:tabLst>
                <a:tab pos="0" algn="l"/>
              </a:tabLst>
            </a:pPr>
            <a:r>
              <a:rPr lang="en-US" sz="3400" b="1" strike="noStrike" spc="-1">
                <a:solidFill>
                  <a:schemeClr val="dk1"/>
                </a:solidFill>
                <a:latin typeface="Cambria"/>
              </a:rPr>
              <a:t>Nuestra solución propuesta</a:t>
            </a:r>
            <a:endParaRPr lang="en-US" sz="3400" b="0" strike="noStrike" spc="-1">
              <a:solidFill>
                <a:schemeClr val="dk1"/>
              </a:solidFill>
              <a:latin typeface="Calibri"/>
            </a:endParaRPr>
          </a:p>
        </p:txBody>
      </p:sp>
      <p:sp>
        <p:nvSpPr>
          <p:cNvPr id="140" name="Shape 7"/>
          <p:cNvSpPr/>
          <p:nvPr/>
        </p:nvSpPr>
        <p:spPr>
          <a:xfrm>
            <a:off x="548640" y="6163200"/>
            <a:ext cx="5243400" cy="365040"/>
          </a:xfrm>
          <a:prstGeom prst="roundRect">
            <a:avLst>
              <a:gd name="adj" fmla="val 50000"/>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141" name="Text 8"/>
          <p:cNvSpPr/>
          <p:nvPr/>
        </p:nvSpPr>
        <p:spPr>
          <a:xfrm>
            <a:off x="731520" y="6163200"/>
            <a:ext cx="496908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chemeClr val="accent1"/>
                </a:solidFill>
                <a:latin typeface="Calibri"/>
              </a:rPr>
              <a:t>→  Clase por clase, empezando por lo que se guarda</a:t>
            </a:r>
            <a:endParaRPr lang="en-US" sz="1300" b="0" strike="noStrike" spc="-1">
              <a:solidFill>
                <a:srgbClr val="000000"/>
              </a:solidFill>
              <a:latin typeface="Arial"/>
            </a:endParaRPr>
          </a:p>
        </p:txBody>
      </p:sp>
      <p:sp>
        <p:nvSpPr>
          <p:cNvPr id="142" name="Shape 9"/>
          <p:cNvSpPr/>
          <p:nvPr/>
        </p:nvSpPr>
        <p:spPr>
          <a:xfrm>
            <a:off x="548640" y="1600200"/>
            <a:ext cx="3108240" cy="1416600"/>
          </a:xfrm>
          <a:prstGeom prst="roundRect">
            <a:avLst>
              <a:gd name="adj" fmla="val 7742"/>
            </a:avLst>
          </a:prstGeom>
          <a:solidFill>
            <a:schemeClr val="tx1"/>
          </a:solidFill>
          <a:ln w="0">
            <a:noFill/>
          </a:ln>
          <a:effectLst>
            <a:outerShdw blurRad="101520" dist="25560" dir="5400000" algn="bl" rotWithShape="0">
              <a:srgbClr val="1E1B4B">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143" name="Text 10"/>
          <p:cNvSpPr/>
          <p:nvPr/>
        </p:nvSpPr>
        <p:spPr>
          <a:xfrm>
            <a:off x="777240" y="1783080"/>
            <a:ext cx="265104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2000" b="1" strike="noStrike" spc="-1">
                <a:solidFill>
                  <a:schemeClr val="lt1"/>
                </a:solidFill>
                <a:latin typeface="Calibri"/>
              </a:rPr>
              <a:t>Main</a:t>
            </a:r>
            <a:endParaRPr lang="en-US" sz="2000" b="0" strike="noStrike" spc="-1">
              <a:solidFill>
                <a:srgbClr val="000000"/>
              </a:solidFill>
              <a:latin typeface="Arial"/>
            </a:endParaRPr>
          </a:p>
        </p:txBody>
      </p:sp>
      <p:sp>
        <p:nvSpPr>
          <p:cNvPr id="144" name="Text 11"/>
          <p:cNvSpPr/>
          <p:nvPr/>
        </p:nvSpPr>
        <p:spPr>
          <a:xfrm>
            <a:off x="777240" y="2240280"/>
            <a:ext cx="2651040" cy="685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strike="noStrike" spc="-1">
                <a:solidFill>
                  <a:schemeClr val="accent6"/>
                </a:solidFill>
                <a:latin typeface="Calibri"/>
              </a:rPr>
              <a:t>Muestra el menú y lee lo que escribe el usuario</a:t>
            </a:r>
            <a:endParaRPr lang="en-US" sz="1400" b="0" strike="noStrike" spc="-1">
              <a:solidFill>
                <a:srgbClr val="000000"/>
              </a:solidFill>
              <a:latin typeface="Arial"/>
            </a:endParaRPr>
          </a:p>
        </p:txBody>
      </p:sp>
      <p:sp>
        <p:nvSpPr>
          <p:cNvPr id="145" name="Shape 12"/>
          <p:cNvSpPr/>
          <p:nvPr/>
        </p:nvSpPr>
        <p:spPr>
          <a:xfrm>
            <a:off x="4526280" y="1600200"/>
            <a:ext cx="3108240" cy="1416600"/>
          </a:xfrm>
          <a:prstGeom prst="roundRect">
            <a:avLst>
              <a:gd name="adj" fmla="val 7742"/>
            </a:avLst>
          </a:prstGeom>
          <a:solidFill>
            <a:schemeClr val="accent1"/>
          </a:solidFill>
          <a:ln w="0">
            <a:noFill/>
          </a:ln>
          <a:effectLst>
            <a:outerShdw blurRad="101520" dist="25560" dir="5400000" algn="bl" rotWithShape="0">
              <a:srgbClr val="1E1B4B">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146" name="Text 13"/>
          <p:cNvSpPr/>
          <p:nvPr/>
        </p:nvSpPr>
        <p:spPr>
          <a:xfrm>
            <a:off x="4754880" y="1783080"/>
            <a:ext cx="265104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2000" b="1" strike="noStrike" spc="-1">
                <a:solidFill>
                  <a:schemeClr val="lt1"/>
                </a:solidFill>
                <a:latin typeface="Calibri"/>
              </a:rPr>
              <a:t>GestorTechMarket</a:t>
            </a:r>
            <a:endParaRPr lang="en-US" sz="2000" b="0" strike="noStrike" spc="-1">
              <a:solidFill>
                <a:srgbClr val="000000"/>
              </a:solidFill>
              <a:latin typeface="Arial"/>
            </a:endParaRPr>
          </a:p>
        </p:txBody>
      </p:sp>
      <p:sp>
        <p:nvSpPr>
          <p:cNvPr id="147" name="Text 14"/>
          <p:cNvSpPr/>
          <p:nvPr/>
        </p:nvSpPr>
        <p:spPr>
          <a:xfrm>
            <a:off x="4754880" y="2240280"/>
            <a:ext cx="2651040" cy="685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strike="noStrike" spc="-1">
                <a:solidFill>
                  <a:schemeClr val="lt1"/>
                </a:solidFill>
                <a:latin typeface="Calibri"/>
              </a:rPr>
              <a:t>La lógica: las 5 funcionalidades y las validaciones</a:t>
            </a:r>
            <a:endParaRPr lang="en-US" sz="1400" b="0" strike="noStrike" spc="-1">
              <a:solidFill>
                <a:srgbClr val="000000"/>
              </a:solidFill>
              <a:latin typeface="Arial"/>
            </a:endParaRPr>
          </a:p>
        </p:txBody>
      </p:sp>
      <p:sp>
        <p:nvSpPr>
          <p:cNvPr id="148" name="Shape 15"/>
          <p:cNvSpPr/>
          <p:nvPr/>
        </p:nvSpPr>
        <p:spPr>
          <a:xfrm>
            <a:off x="8531280" y="1600200"/>
            <a:ext cx="3108240" cy="1416600"/>
          </a:xfrm>
          <a:prstGeom prst="roundRect">
            <a:avLst>
              <a:gd name="adj" fmla="val 7742"/>
            </a:avLst>
          </a:prstGeom>
          <a:solidFill>
            <a:schemeClr val="accent2"/>
          </a:solidFill>
          <a:ln w="0">
            <a:noFill/>
          </a:ln>
          <a:effectLst>
            <a:outerShdw blurRad="101520" dist="25560" dir="5400000" algn="bl" rotWithShape="0">
              <a:srgbClr val="1E1B4B">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149" name="Text 16"/>
          <p:cNvSpPr/>
          <p:nvPr/>
        </p:nvSpPr>
        <p:spPr>
          <a:xfrm>
            <a:off x="8759880" y="1783080"/>
            <a:ext cx="265104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2000" b="1" strike="noStrike" spc="-1">
                <a:solidFill>
                  <a:schemeClr val="dk1"/>
                </a:solidFill>
                <a:latin typeface="Calibri"/>
              </a:rPr>
              <a:t>ArrayList&lt;E&gt;</a:t>
            </a:r>
            <a:endParaRPr lang="en-US" sz="2000" b="0" strike="noStrike" spc="-1">
              <a:solidFill>
                <a:srgbClr val="000000"/>
              </a:solidFill>
              <a:latin typeface="Arial"/>
            </a:endParaRPr>
          </a:p>
        </p:txBody>
      </p:sp>
      <p:sp>
        <p:nvSpPr>
          <p:cNvPr id="150" name="Text 17"/>
          <p:cNvSpPr/>
          <p:nvPr/>
        </p:nvSpPr>
        <p:spPr>
          <a:xfrm>
            <a:off x="8759880" y="2240280"/>
            <a:ext cx="2651040" cy="685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strike="noStrike" spc="-1">
                <a:solidFill>
                  <a:schemeClr val="dk1"/>
                </a:solidFill>
                <a:latin typeface="Calibri"/>
              </a:rPr>
              <a:t>Nuestra lista dinámica, hecha desde cero</a:t>
            </a:r>
            <a:endParaRPr lang="en-US" sz="1400" b="0" strike="noStrike" spc="-1">
              <a:solidFill>
                <a:srgbClr val="000000"/>
              </a:solidFill>
              <a:latin typeface="Arial"/>
            </a:endParaRPr>
          </a:p>
        </p:txBody>
      </p:sp>
      <p:sp>
        <p:nvSpPr>
          <p:cNvPr id="151" name="Shape 18"/>
          <p:cNvSpPr/>
          <p:nvPr/>
        </p:nvSpPr>
        <p:spPr>
          <a:xfrm>
            <a:off x="4526280" y="3886200"/>
            <a:ext cx="3108240" cy="1416600"/>
          </a:xfrm>
          <a:prstGeom prst="roundRect">
            <a:avLst>
              <a:gd name="adj" fmla="val 7742"/>
            </a:avLst>
          </a:prstGeom>
          <a:solidFill>
            <a:schemeClr val="accent3"/>
          </a:solidFill>
          <a:ln w="0">
            <a:noFill/>
          </a:ln>
          <a:effectLst>
            <a:outerShdw blurRad="101520" dist="25560" dir="5400000" algn="bl" rotWithShape="0">
              <a:srgbClr val="1E1B4B">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152" name="Text 19"/>
          <p:cNvSpPr/>
          <p:nvPr/>
        </p:nvSpPr>
        <p:spPr>
          <a:xfrm>
            <a:off x="4754880" y="4069080"/>
            <a:ext cx="265104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2000" b="1" strike="noStrike" spc="-1">
                <a:solidFill>
                  <a:schemeClr val="dk1"/>
                </a:solidFill>
                <a:latin typeface="Calibri"/>
              </a:rPr>
              <a:t>Producto</a:t>
            </a:r>
            <a:endParaRPr lang="en-US" sz="2000" b="0" strike="noStrike" spc="-1">
              <a:solidFill>
                <a:srgbClr val="000000"/>
              </a:solidFill>
              <a:latin typeface="Arial"/>
            </a:endParaRPr>
          </a:p>
        </p:txBody>
      </p:sp>
      <p:sp>
        <p:nvSpPr>
          <p:cNvPr id="153" name="Text 20"/>
          <p:cNvSpPr/>
          <p:nvPr/>
        </p:nvSpPr>
        <p:spPr>
          <a:xfrm>
            <a:off x="4754880" y="4526280"/>
            <a:ext cx="2651040" cy="685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strike="noStrike" spc="-1">
                <a:solidFill>
                  <a:schemeClr val="dk1"/>
                </a:solidFill>
                <a:latin typeface="Calibri"/>
              </a:rPr>
              <a:t>Lo que se guarda: id, nombre, marca y precio</a:t>
            </a:r>
            <a:endParaRPr lang="en-US" sz="1400" b="0" strike="noStrike" spc="-1">
              <a:solidFill>
                <a:srgbClr val="000000"/>
              </a:solidFill>
              <a:latin typeface="Arial"/>
            </a:endParaRPr>
          </a:p>
        </p:txBody>
      </p:sp>
      <p:sp>
        <p:nvSpPr>
          <p:cNvPr id="154" name="Shape 21"/>
          <p:cNvSpPr/>
          <p:nvPr/>
        </p:nvSpPr>
        <p:spPr>
          <a:xfrm>
            <a:off x="8531280" y="3886200"/>
            <a:ext cx="3108240" cy="1416600"/>
          </a:xfrm>
          <a:prstGeom prst="roundRect">
            <a:avLst>
              <a:gd name="adj" fmla="val 7742"/>
            </a:avLst>
          </a:prstGeom>
          <a:solidFill>
            <a:schemeClr val="bg2"/>
          </a:solidFill>
          <a:ln w="19050">
            <a:solidFill>
              <a:srgbClr val="6C47FF"/>
            </a:solidFill>
            <a:prstDash val="dash"/>
            <a:round/>
          </a:ln>
          <a:effectLst>
            <a:outerShdw blurRad="101520" dist="25560" dir="5400000" algn="bl" rotWithShape="0">
              <a:srgbClr val="1E1B4B">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155" name="Text 22"/>
          <p:cNvSpPr/>
          <p:nvPr/>
        </p:nvSpPr>
        <p:spPr>
          <a:xfrm>
            <a:off x="8759880" y="4069080"/>
            <a:ext cx="265104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2000" b="1" strike="noStrike" spc="-1">
                <a:solidFill>
                  <a:schemeClr val="accent1"/>
                </a:solidFill>
                <a:latin typeface="Calibri"/>
              </a:rPr>
              <a:t>List&lt;E&gt;</a:t>
            </a:r>
            <a:endParaRPr lang="en-US" sz="2000" b="0" strike="noStrike" spc="-1">
              <a:solidFill>
                <a:srgbClr val="000000"/>
              </a:solidFill>
              <a:latin typeface="Arial"/>
            </a:endParaRPr>
          </a:p>
        </p:txBody>
      </p:sp>
      <p:sp>
        <p:nvSpPr>
          <p:cNvPr id="156" name="Text 23"/>
          <p:cNvSpPr/>
          <p:nvPr/>
        </p:nvSpPr>
        <p:spPr>
          <a:xfrm>
            <a:off x="8759880" y="4526280"/>
            <a:ext cx="2651040" cy="685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strike="noStrike" spc="-1">
                <a:solidFill>
                  <a:schemeClr val="dk1"/>
                </a:solidFill>
                <a:latin typeface="Calibri"/>
              </a:rPr>
              <a:t>El contrato: los métodos que ArrayList debe cumplir</a:t>
            </a:r>
            <a:endParaRPr lang="en-US" sz="1400" b="0" strike="noStrike" spc="-1">
              <a:solidFill>
                <a:srgbClr val="000000"/>
              </a:solidFill>
              <a:latin typeface="Arial"/>
            </a:endParaRPr>
          </a:p>
        </p:txBody>
      </p:sp>
      <p:sp>
        <p:nvSpPr>
          <p:cNvPr id="157" name="Shape 24"/>
          <p:cNvSpPr/>
          <p:nvPr/>
        </p:nvSpPr>
        <p:spPr>
          <a:xfrm>
            <a:off x="3657600" y="2304000"/>
            <a:ext cx="868680" cy="360"/>
          </a:xfrm>
          <a:prstGeom prst="line">
            <a:avLst/>
          </a:prstGeom>
          <a:ln w="25400">
            <a:solidFill>
              <a:srgbClr val="7A7FA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158" name="Shape 25"/>
          <p:cNvSpPr/>
          <p:nvPr/>
        </p:nvSpPr>
        <p:spPr>
          <a:xfrm>
            <a:off x="7635240" y="2304000"/>
            <a:ext cx="896040" cy="360"/>
          </a:xfrm>
          <a:prstGeom prst="line">
            <a:avLst/>
          </a:prstGeom>
          <a:ln w="25400">
            <a:solidFill>
              <a:srgbClr val="7A7FA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159" name="Shape 26"/>
          <p:cNvSpPr/>
          <p:nvPr/>
        </p:nvSpPr>
        <p:spPr>
          <a:xfrm>
            <a:off x="6080760" y="3017520"/>
            <a:ext cx="360" cy="868680"/>
          </a:xfrm>
          <a:prstGeom prst="line">
            <a:avLst/>
          </a:prstGeom>
          <a:ln w="25400">
            <a:solidFill>
              <a:srgbClr val="7A7FA8"/>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000000"/>
              </a:solidFill>
              <a:latin typeface="Arial"/>
            </a:endParaRPr>
          </a:p>
        </p:txBody>
      </p:sp>
      <p:sp>
        <p:nvSpPr>
          <p:cNvPr id="160" name="Shape 27"/>
          <p:cNvSpPr/>
          <p:nvPr/>
        </p:nvSpPr>
        <p:spPr>
          <a:xfrm>
            <a:off x="10085760" y="3017520"/>
            <a:ext cx="360" cy="868680"/>
          </a:xfrm>
          <a:prstGeom prst="line">
            <a:avLst/>
          </a:prstGeom>
          <a:ln w="25400">
            <a:solidFill>
              <a:srgbClr val="7A7FA8"/>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000000"/>
              </a:solidFill>
              <a:latin typeface="Arial"/>
            </a:endParaRPr>
          </a:p>
        </p:txBody>
      </p:sp>
      <p:sp>
        <p:nvSpPr>
          <p:cNvPr id="161" name="Text 28"/>
          <p:cNvSpPr/>
          <p:nvPr/>
        </p:nvSpPr>
        <p:spPr>
          <a:xfrm>
            <a:off x="3840480" y="2011680"/>
            <a:ext cx="54792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200" b="0" strike="noStrike" spc="-1">
                <a:solidFill>
                  <a:schemeClr val="accent5"/>
                </a:solidFill>
                <a:latin typeface="Calibri"/>
              </a:rPr>
              <a:t>usa</a:t>
            </a:r>
            <a:endParaRPr lang="en-US" sz="1200" b="0" strike="noStrike" spc="-1">
              <a:solidFill>
                <a:srgbClr val="000000"/>
              </a:solidFill>
              <a:latin typeface="Arial"/>
            </a:endParaRPr>
          </a:p>
        </p:txBody>
      </p:sp>
      <p:sp>
        <p:nvSpPr>
          <p:cNvPr id="162" name="Text 29"/>
          <p:cNvSpPr/>
          <p:nvPr/>
        </p:nvSpPr>
        <p:spPr>
          <a:xfrm>
            <a:off x="7818120" y="2011680"/>
            <a:ext cx="54792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200" b="0" strike="noStrike" spc="-1">
                <a:solidFill>
                  <a:schemeClr val="accent5"/>
                </a:solidFill>
                <a:latin typeface="Calibri"/>
              </a:rPr>
              <a:t>usa</a:t>
            </a:r>
            <a:endParaRPr lang="en-US" sz="1200" b="0" strike="noStrike" spc="-1">
              <a:solidFill>
                <a:srgbClr val="000000"/>
              </a:solidFill>
              <a:latin typeface="Arial"/>
            </a:endParaRPr>
          </a:p>
        </p:txBody>
      </p:sp>
      <p:sp>
        <p:nvSpPr>
          <p:cNvPr id="163" name="Text 30"/>
          <p:cNvSpPr/>
          <p:nvPr/>
        </p:nvSpPr>
        <p:spPr>
          <a:xfrm>
            <a:off x="6217920" y="3337560"/>
            <a:ext cx="109656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strike="noStrike" spc="-1">
                <a:solidFill>
                  <a:schemeClr val="accent5"/>
                </a:solidFill>
                <a:latin typeface="Calibri"/>
              </a:rPr>
              <a:t>maneja</a:t>
            </a:r>
            <a:endParaRPr lang="en-US" sz="1200" b="0" strike="noStrike" spc="-1">
              <a:solidFill>
                <a:srgbClr val="000000"/>
              </a:solidFill>
              <a:latin typeface="Arial"/>
            </a:endParaRPr>
          </a:p>
        </p:txBody>
      </p:sp>
      <p:sp>
        <p:nvSpPr>
          <p:cNvPr id="164" name="Text 31"/>
          <p:cNvSpPr/>
          <p:nvPr/>
        </p:nvSpPr>
        <p:spPr>
          <a:xfrm>
            <a:off x="10241280" y="3337560"/>
            <a:ext cx="127944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strike="noStrike" spc="-1">
                <a:solidFill>
                  <a:schemeClr val="accent5"/>
                </a:solidFill>
                <a:latin typeface="Calibri"/>
              </a:rPr>
              <a:t>implementa</a:t>
            </a:r>
            <a:endParaRPr lang="en-US" sz="1200" b="0" strike="noStrike" spc="-1">
              <a:solidFill>
                <a:srgbClr val="000000"/>
              </a:solidFill>
              <a:latin typeface="Arial"/>
            </a:endParaRPr>
          </a:p>
        </p:txBody>
      </p:sp>
      <p:sp>
        <p:nvSpPr>
          <p:cNvPr id="165" name="Shape 32"/>
          <p:cNvSpPr/>
          <p:nvPr/>
        </p:nvSpPr>
        <p:spPr>
          <a:xfrm>
            <a:off x="548640" y="3886200"/>
            <a:ext cx="3565440" cy="1416600"/>
          </a:xfrm>
          <a:prstGeom prst="roundRect">
            <a:avLst>
              <a:gd name="adj" fmla="val 7742"/>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166" name="Text 33"/>
          <p:cNvSpPr/>
          <p:nvPr/>
        </p:nvSpPr>
        <p:spPr>
          <a:xfrm>
            <a:off x="777240" y="4023360"/>
            <a:ext cx="310824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strike="noStrike" spc="-1">
                <a:solidFill>
                  <a:schemeClr val="accent1"/>
                </a:solidFill>
                <a:latin typeface="Calibri"/>
              </a:rPr>
              <a:t>Orden de la explicación</a:t>
            </a:r>
            <a:endParaRPr lang="en-US" sz="1400" b="0" strike="noStrike" spc="-1">
              <a:solidFill>
                <a:srgbClr val="000000"/>
              </a:solidFill>
              <a:latin typeface="Arial"/>
            </a:endParaRPr>
          </a:p>
        </p:txBody>
      </p:sp>
      <p:sp>
        <p:nvSpPr>
          <p:cNvPr id="167" name="Text 34"/>
          <p:cNvSpPr/>
          <p:nvPr/>
        </p:nvSpPr>
        <p:spPr>
          <a:xfrm>
            <a:off x="777240" y="4343400"/>
            <a:ext cx="3108240" cy="913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strike="noStrike" spc="-1">
                <a:solidFill>
                  <a:schemeClr val="dk1"/>
                </a:solidFill>
                <a:latin typeface="Calibri"/>
              </a:rPr>
              <a:t>1  Producto</a:t>
            </a:r>
            <a:endParaRPr lang="en-US" sz="1400" b="0" strike="noStrike" spc="-1">
              <a:solidFill>
                <a:srgbClr val="000000"/>
              </a:solidFill>
              <a:latin typeface="Arial"/>
            </a:endParaRPr>
          </a:p>
          <a:p>
            <a:pPr defTabSz="914400">
              <a:lnSpc>
                <a:spcPct val="100000"/>
              </a:lnSpc>
              <a:tabLst>
                <a:tab pos="0" algn="l"/>
              </a:tabLst>
            </a:pPr>
            <a:r>
              <a:rPr lang="en-US" sz="1400" b="0" strike="noStrike" spc="-1">
                <a:solidFill>
                  <a:schemeClr val="dk1"/>
                </a:solidFill>
                <a:latin typeface="Calibri"/>
              </a:rPr>
              <a:t>2  List y ArrayList</a:t>
            </a:r>
            <a:endParaRPr lang="en-US" sz="1400" b="0" strike="noStrike" spc="-1">
              <a:solidFill>
                <a:srgbClr val="000000"/>
              </a:solidFill>
              <a:latin typeface="Arial"/>
            </a:endParaRPr>
          </a:p>
          <a:p>
            <a:pPr defTabSz="914400">
              <a:lnSpc>
                <a:spcPct val="100000"/>
              </a:lnSpc>
              <a:tabLst>
                <a:tab pos="0" algn="l"/>
              </a:tabLst>
            </a:pPr>
            <a:r>
              <a:rPr lang="en-US" sz="1400" b="0" strike="noStrike" spc="-1">
                <a:solidFill>
                  <a:schemeClr val="dk1"/>
                </a:solidFill>
                <a:latin typeface="Calibri"/>
              </a:rPr>
              <a:t>3  GestorTechMarket</a:t>
            </a:r>
            <a:endParaRPr lang="en-US" sz="1400" b="0" strike="noStrike" spc="-1">
              <a:solidFill>
                <a:srgbClr val="000000"/>
              </a:solidFill>
              <a:latin typeface="Arial"/>
            </a:endParaRPr>
          </a:p>
          <a:p>
            <a:pPr defTabSz="914400">
              <a:lnSpc>
                <a:spcPct val="100000"/>
              </a:lnSpc>
              <a:tabLst>
                <a:tab pos="0" algn="l"/>
              </a:tabLst>
            </a:pPr>
            <a:r>
              <a:rPr lang="en-US" sz="1400" b="0" strike="noStrike" spc="-1">
                <a:solidFill>
                  <a:schemeClr val="dk1"/>
                </a:solidFill>
                <a:latin typeface="Calibri"/>
              </a:rPr>
              <a:t>4  Main</a:t>
            </a:r>
            <a:endParaRPr lang="en-US" sz="1400" b="0" strike="noStrike" spc="-1">
              <a:solidFill>
                <a:srgbClr val="000000"/>
              </a:solidFill>
              <a:latin typeface="Arial"/>
            </a:endParaRPr>
          </a:p>
        </p:txBody>
      </p:sp>
      <p:sp>
        <p:nvSpPr>
          <p:cNvPr id="168" name="Text 35"/>
          <p:cNvSpPr/>
          <p:nvPr/>
        </p:nvSpPr>
        <p:spPr>
          <a:xfrm>
            <a:off x="548640" y="5532120"/>
            <a:ext cx="1106352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500" b="0" i="1" strike="noStrike" spc="-1">
                <a:solidFill>
                  <a:schemeClr val="dk1"/>
                </a:solidFill>
                <a:latin typeface="Calibri"/>
              </a:rPr>
              <a:t>Idea central: Main habla con el usuario, el Gestor trabaja y guarda todo en nuestra propia lista.</a:t>
            </a:r>
            <a:endParaRPr lang="en-US" sz="1500" b="0" strike="noStrike" spc="-1">
              <a:solidFill>
                <a:srgbClr val="000000"/>
              </a:solidFill>
              <a:latin typeface="Arial"/>
            </a:endParaRPr>
          </a:p>
        </p:txBody>
      </p:sp>
      <p:sp>
        <p:nvSpPr>
          <p:cNvPr id="169" name="PlaceHolder 2"/>
          <p:cNvSpPr>
            <a:spLocks noGrp="1"/>
          </p:cNvSpPr>
          <p:nvPr>
            <p:ph type="sldNum" idx="7"/>
          </p:nvPr>
        </p:nvSpPr>
        <p:spPr>
          <a:xfrm>
            <a:off x="11247120" y="6309360"/>
            <a:ext cx="392400" cy="27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000" b="0" strike="noStrike" spc="-1">
                <a:solidFill>
                  <a:srgbClr val="7A7FA8"/>
                </a:solidFill>
                <a:latin typeface="Calibri"/>
              </a:defRPr>
            </a:lvl1pPr>
          </a:lstStyle>
          <a:p>
            <a:pPr indent="0" defTabSz="914400">
              <a:lnSpc>
                <a:spcPct val="100000"/>
              </a:lnSpc>
              <a:buNone/>
              <a:tabLst>
                <a:tab pos="0" algn="l"/>
              </a:tabLst>
            </a:pPr>
            <a:fld id="{11B10A31-1E85-4DB3-B6BE-1797F5C8B7C4}" type="slidenum">
              <a:rPr lang="en-US" sz="1000" b="0" strike="noStrike" spc="-1">
                <a:solidFill>
                  <a:srgbClr val="7A7FA8"/>
                </a:solidFill>
                <a:latin typeface="Calibri"/>
              </a:rPr>
              <a:t>4</a:t>
            </a:fld>
            <a:endParaRPr lang="en-US" sz="100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p15="http://schemas.microsoft.com/office/powerpoint/2012/main"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Text 0"/>
          <p:cNvSpPr/>
          <p:nvPr/>
        </p:nvSpPr>
        <p:spPr>
          <a:xfrm>
            <a:off x="548640" y="274320"/>
            <a:ext cx="45712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97">
                <a:solidFill>
                  <a:schemeClr val="accent1"/>
                </a:solidFill>
                <a:latin typeface="Calibri"/>
              </a:rPr>
              <a:t>3 · LA IMPLEMENTACIÓN</a:t>
            </a:r>
            <a:endParaRPr lang="en-US" sz="1200" b="0" strike="noStrike" spc="-1">
              <a:solidFill>
                <a:srgbClr val="000000"/>
              </a:solidFill>
              <a:latin typeface="Arial"/>
            </a:endParaRPr>
          </a:p>
        </p:txBody>
      </p:sp>
      <p:sp>
        <p:nvSpPr>
          <p:cNvPr id="171" name="Shape 1"/>
          <p:cNvSpPr/>
          <p:nvPr/>
        </p:nvSpPr>
        <p:spPr>
          <a:xfrm>
            <a:off x="1042416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172" name="Shape 2"/>
          <p:cNvSpPr/>
          <p:nvPr/>
        </p:nvSpPr>
        <p:spPr>
          <a:xfrm>
            <a:off x="1066176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173" name="Shape 3"/>
          <p:cNvSpPr/>
          <p:nvPr/>
        </p:nvSpPr>
        <p:spPr>
          <a:xfrm>
            <a:off x="10899720" y="329040"/>
            <a:ext cx="127440" cy="1274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174" name="Shape 4"/>
          <p:cNvSpPr/>
          <p:nvPr/>
        </p:nvSpPr>
        <p:spPr>
          <a:xfrm>
            <a:off x="1113732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175" name="Shape 5"/>
          <p:cNvSpPr/>
          <p:nvPr/>
        </p:nvSpPr>
        <p:spPr>
          <a:xfrm>
            <a:off x="1137528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176" name="PlaceHolder 1"/>
          <p:cNvSpPr>
            <a:spLocks noGrp="1"/>
          </p:cNvSpPr>
          <p:nvPr>
            <p:ph type="title"/>
          </p:nvPr>
        </p:nvSpPr>
        <p:spPr>
          <a:xfrm>
            <a:off x="548640" y="567000"/>
            <a:ext cx="8777520" cy="730800"/>
          </a:xfrm>
          <a:prstGeom prst="rect">
            <a:avLst/>
          </a:prstGeom>
          <a:noFill/>
          <a:ln w="0">
            <a:noFill/>
          </a:ln>
        </p:spPr>
        <p:txBody>
          <a:bodyPr lIns="0" tIns="0" rIns="0" bIns="0" anchor="ctr">
            <a:noAutofit/>
          </a:bodyPr>
          <a:lstStyle/>
          <a:p>
            <a:pPr indent="0" defTabSz="914400">
              <a:lnSpc>
                <a:spcPct val="100000"/>
              </a:lnSpc>
              <a:buNone/>
              <a:tabLst>
                <a:tab pos="0" algn="l"/>
              </a:tabLst>
            </a:pPr>
            <a:r>
              <a:rPr lang="en-US" sz="3400" b="1" strike="noStrike" spc="-1">
                <a:solidFill>
                  <a:schemeClr val="dk1"/>
                </a:solidFill>
                <a:latin typeface="Cambria"/>
              </a:rPr>
              <a:t>Producto: lo que se vende</a:t>
            </a:r>
            <a:endParaRPr lang="en-US" sz="3400" b="0" strike="noStrike" spc="-1">
              <a:solidFill>
                <a:schemeClr val="dk1"/>
              </a:solidFill>
              <a:latin typeface="Calibri"/>
            </a:endParaRPr>
          </a:p>
        </p:txBody>
      </p:sp>
      <p:sp>
        <p:nvSpPr>
          <p:cNvPr id="177" name="Shape 7"/>
          <p:cNvSpPr/>
          <p:nvPr/>
        </p:nvSpPr>
        <p:spPr>
          <a:xfrm>
            <a:off x="548640" y="6163200"/>
            <a:ext cx="6395400" cy="365040"/>
          </a:xfrm>
          <a:prstGeom prst="roundRect">
            <a:avLst>
              <a:gd name="adj" fmla="val 50000"/>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178" name="Text 8"/>
          <p:cNvSpPr/>
          <p:nvPr/>
        </p:nvSpPr>
        <p:spPr>
          <a:xfrm>
            <a:off x="731520" y="6163200"/>
            <a:ext cx="612108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chemeClr val="accent1"/>
                </a:solidFill>
                <a:latin typeface="Calibri"/>
              </a:rPr>
              <a:t>→  Los productos se guardan en una lista. Primero, su contrato</a:t>
            </a:r>
            <a:endParaRPr lang="en-US" sz="1300" b="0" strike="noStrike" spc="-1">
              <a:solidFill>
                <a:srgbClr val="000000"/>
              </a:solidFill>
              <a:latin typeface="Arial"/>
            </a:endParaRPr>
          </a:p>
        </p:txBody>
      </p:sp>
      <p:sp>
        <p:nvSpPr>
          <p:cNvPr id="179" name="Shape 9"/>
          <p:cNvSpPr/>
          <p:nvPr/>
        </p:nvSpPr>
        <p:spPr>
          <a:xfrm>
            <a:off x="548640" y="1554480"/>
            <a:ext cx="4662720" cy="1325160"/>
          </a:xfrm>
          <a:prstGeom prst="roundRect">
            <a:avLst>
              <a:gd name="adj" fmla="val 8276"/>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180" name="Shape 10"/>
          <p:cNvSpPr/>
          <p:nvPr/>
        </p:nvSpPr>
        <p:spPr>
          <a:xfrm>
            <a:off x="777240" y="1920240"/>
            <a:ext cx="593640" cy="5936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181" name="Text 11"/>
          <p:cNvSpPr/>
          <p:nvPr/>
        </p:nvSpPr>
        <p:spPr>
          <a:xfrm>
            <a:off x="777240" y="1920240"/>
            <a:ext cx="593640" cy="59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strike="noStrike" spc="-1">
                <a:solidFill>
                  <a:schemeClr val="lt1"/>
                </a:solidFill>
                <a:latin typeface="Calibri"/>
              </a:rPr>
              <a:t>4</a:t>
            </a:r>
            <a:endParaRPr lang="en-US" sz="2200" b="0" strike="noStrike" spc="-1">
              <a:solidFill>
                <a:srgbClr val="000000"/>
              </a:solidFill>
              <a:latin typeface="Arial"/>
            </a:endParaRPr>
          </a:p>
        </p:txBody>
      </p:sp>
      <p:sp>
        <p:nvSpPr>
          <p:cNvPr id="182" name="Text 12"/>
          <p:cNvSpPr/>
          <p:nvPr/>
        </p:nvSpPr>
        <p:spPr>
          <a:xfrm>
            <a:off x="1600200" y="1783080"/>
            <a:ext cx="347400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700" b="1" strike="noStrike" spc="-1">
                <a:solidFill>
                  <a:schemeClr val="dk1"/>
                </a:solidFill>
                <a:latin typeface="Calibri"/>
              </a:rPr>
              <a:t>Cuatro atributos privados</a:t>
            </a:r>
            <a:endParaRPr lang="en-US" sz="1700" b="0" strike="noStrike" spc="-1">
              <a:solidFill>
                <a:srgbClr val="000000"/>
              </a:solidFill>
              <a:latin typeface="Arial"/>
            </a:endParaRPr>
          </a:p>
        </p:txBody>
      </p:sp>
      <p:sp>
        <p:nvSpPr>
          <p:cNvPr id="183" name="Text 13"/>
          <p:cNvSpPr/>
          <p:nvPr/>
        </p:nvSpPr>
        <p:spPr>
          <a:xfrm>
            <a:off x="1600200" y="2176200"/>
            <a:ext cx="3474000" cy="59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strike="noStrike" spc="-1">
                <a:solidFill>
                  <a:schemeClr val="dk2"/>
                </a:solidFill>
                <a:latin typeface="Calibri"/>
              </a:rPr>
              <a:t>id, nombre, marca y precio. Nadie los toca desde afuera.</a:t>
            </a:r>
            <a:endParaRPr lang="en-US" sz="1400" b="0" strike="noStrike" spc="-1">
              <a:solidFill>
                <a:srgbClr val="000000"/>
              </a:solidFill>
              <a:latin typeface="Arial"/>
            </a:endParaRPr>
          </a:p>
        </p:txBody>
      </p:sp>
      <p:sp>
        <p:nvSpPr>
          <p:cNvPr id="184" name="Shape 14"/>
          <p:cNvSpPr/>
          <p:nvPr/>
        </p:nvSpPr>
        <p:spPr>
          <a:xfrm>
            <a:off x="548640" y="3063240"/>
            <a:ext cx="4662720" cy="1325160"/>
          </a:xfrm>
          <a:prstGeom prst="roundRect">
            <a:avLst>
              <a:gd name="adj" fmla="val 8276"/>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185" name="Shape 15"/>
          <p:cNvSpPr/>
          <p:nvPr/>
        </p:nvSpPr>
        <p:spPr>
          <a:xfrm>
            <a:off x="777240" y="3429000"/>
            <a:ext cx="593640" cy="593640"/>
          </a:xfrm>
          <a:prstGeom prst="ellipse">
            <a:avLst/>
          </a:prstGeom>
          <a:solidFill>
            <a:schemeClr val="accent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186" name="Text 16"/>
          <p:cNvSpPr/>
          <p:nvPr/>
        </p:nvSpPr>
        <p:spPr>
          <a:xfrm>
            <a:off x="777240" y="3429000"/>
            <a:ext cx="593640" cy="59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chemeClr val="dk1"/>
                </a:solidFill>
                <a:latin typeface="Calibri"/>
              </a:rPr>
              <a:t>get</a:t>
            </a:r>
            <a:endParaRPr lang="en-US" sz="1400" b="0" strike="noStrike" spc="-1">
              <a:solidFill>
                <a:srgbClr val="000000"/>
              </a:solidFill>
              <a:latin typeface="Arial"/>
            </a:endParaRPr>
          </a:p>
        </p:txBody>
      </p:sp>
      <p:sp>
        <p:nvSpPr>
          <p:cNvPr id="187" name="Text 17"/>
          <p:cNvSpPr/>
          <p:nvPr/>
        </p:nvSpPr>
        <p:spPr>
          <a:xfrm>
            <a:off x="1600200" y="3291840"/>
            <a:ext cx="347400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700" b="1" strike="noStrike" spc="-1">
                <a:solidFill>
                  <a:schemeClr val="dk1"/>
                </a:solidFill>
                <a:latin typeface="Calibri"/>
              </a:rPr>
              <a:t>Getters para leer</a:t>
            </a:r>
            <a:endParaRPr lang="en-US" sz="1700" b="0" strike="noStrike" spc="-1">
              <a:solidFill>
                <a:srgbClr val="000000"/>
              </a:solidFill>
              <a:latin typeface="Arial"/>
            </a:endParaRPr>
          </a:p>
        </p:txBody>
      </p:sp>
      <p:sp>
        <p:nvSpPr>
          <p:cNvPr id="188" name="Text 18"/>
          <p:cNvSpPr/>
          <p:nvPr/>
        </p:nvSpPr>
        <p:spPr>
          <a:xfrm>
            <a:off x="1600200" y="3684960"/>
            <a:ext cx="3474000" cy="59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strike="noStrike" spc="-1">
                <a:solidFill>
                  <a:schemeClr val="dk2"/>
                </a:solidFill>
                <a:latin typeface="Calibri"/>
              </a:rPr>
              <a:t>getId, getNombre, getMarca y getPrecio.</a:t>
            </a:r>
            <a:endParaRPr lang="en-US" sz="1400" b="0" strike="noStrike" spc="-1">
              <a:solidFill>
                <a:srgbClr val="000000"/>
              </a:solidFill>
              <a:latin typeface="Arial"/>
            </a:endParaRPr>
          </a:p>
        </p:txBody>
      </p:sp>
      <p:sp>
        <p:nvSpPr>
          <p:cNvPr id="189" name="Shape 19"/>
          <p:cNvSpPr/>
          <p:nvPr/>
        </p:nvSpPr>
        <p:spPr>
          <a:xfrm>
            <a:off x="548640" y="4572000"/>
            <a:ext cx="4662720" cy="1325160"/>
          </a:xfrm>
          <a:prstGeom prst="roundRect">
            <a:avLst>
              <a:gd name="adj" fmla="val 8276"/>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190" name="Shape 20"/>
          <p:cNvSpPr/>
          <p:nvPr/>
        </p:nvSpPr>
        <p:spPr>
          <a:xfrm>
            <a:off x="777240" y="4937760"/>
            <a:ext cx="593640" cy="59364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191" name="Text 21"/>
          <p:cNvSpPr/>
          <p:nvPr/>
        </p:nvSpPr>
        <p:spPr>
          <a:xfrm>
            <a:off x="777240" y="4937760"/>
            <a:ext cx="593640" cy="59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chemeClr val="dk1"/>
                </a:solidFill>
                <a:latin typeface="Calibri"/>
              </a:rPr>
              <a:t>set</a:t>
            </a:r>
            <a:endParaRPr lang="en-US" sz="1400" b="0" strike="noStrike" spc="-1">
              <a:solidFill>
                <a:srgbClr val="000000"/>
              </a:solidFill>
              <a:latin typeface="Arial"/>
            </a:endParaRPr>
          </a:p>
        </p:txBody>
      </p:sp>
      <p:sp>
        <p:nvSpPr>
          <p:cNvPr id="192" name="Text 22"/>
          <p:cNvSpPr/>
          <p:nvPr/>
        </p:nvSpPr>
        <p:spPr>
          <a:xfrm>
            <a:off x="1600200" y="4800600"/>
            <a:ext cx="347400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700" b="1" strike="noStrike" spc="-1">
                <a:solidFill>
                  <a:schemeClr val="dk1"/>
                </a:solidFill>
                <a:latin typeface="Calibri"/>
              </a:rPr>
              <a:t>setPrecio para cambiar</a:t>
            </a:r>
            <a:endParaRPr lang="en-US" sz="1700" b="0" strike="noStrike" spc="-1">
              <a:solidFill>
                <a:srgbClr val="000000"/>
              </a:solidFill>
              <a:latin typeface="Arial"/>
            </a:endParaRPr>
          </a:p>
        </p:txBody>
      </p:sp>
      <p:sp>
        <p:nvSpPr>
          <p:cNvPr id="193" name="Text 23"/>
          <p:cNvSpPr/>
          <p:nvPr/>
        </p:nvSpPr>
        <p:spPr>
          <a:xfrm>
            <a:off x="1600200" y="5193720"/>
            <a:ext cx="3474000" cy="59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strike="noStrike" spc="-1">
                <a:solidFill>
                  <a:schemeClr val="dk2"/>
                </a:solidFill>
                <a:latin typeface="Calibri"/>
              </a:rPr>
              <a:t>Es lo único que se modifica: lo usan el descuento y el cambio de precio.</a:t>
            </a:r>
            <a:endParaRPr lang="en-US" sz="1400" b="0" strike="noStrike" spc="-1">
              <a:solidFill>
                <a:srgbClr val="000000"/>
              </a:solidFill>
              <a:latin typeface="Arial"/>
            </a:endParaRPr>
          </a:p>
        </p:txBody>
      </p:sp>
      <p:sp>
        <p:nvSpPr>
          <p:cNvPr id="194" name="Shape 24"/>
          <p:cNvSpPr/>
          <p:nvPr/>
        </p:nvSpPr>
        <p:spPr>
          <a:xfrm>
            <a:off x="5577840" y="1554480"/>
            <a:ext cx="6061680" cy="2453040"/>
          </a:xfrm>
          <a:prstGeom prst="roundRect">
            <a:avLst>
              <a:gd name="adj" fmla="val 4472"/>
            </a:avLst>
          </a:prstGeom>
          <a:solidFill>
            <a:schemeClr val="tx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195" name="Text 25"/>
          <p:cNvSpPr/>
          <p:nvPr/>
        </p:nvSpPr>
        <p:spPr>
          <a:xfrm>
            <a:off x="5806440" y="1700640"/>
            <a:ext cx="560448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1" strike="noStrike" spc="-1">
                <a:solidFill>
                  <a:schemeClr val="accent2"/>
                </a:solidFill>
                <a:latin typeface="Calibri"/>
              </a:rPr>
              <a:t>Producto.java</a:t>
            </a:r>
            <a:endParaRPr lang="en-US" sz="1100" b="0" strike="noStrike" spc="-1">
              <a:solidFill>
                <a:srgbClr val="000000"/>
              </a:solidFill>
              <a:latin typeface="Arial"/>
            </a:endParaRPr>
          </a:p>
        </p:txBody>
      </p:sp>
      <p:sp>
        <p:nvSpPr>
          <p:cNvPr id="196" name="Text 26"/>
          <p:cNvSpPr/>
          <p:nvPr/>
        </p:nvSpPr>
        <p:spPr>
          <a:xfrm>
            <a:off x="5806440" y="2057400"/>
            <a:ext cx="5695920" cy="176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strike="noStrike" spc="-1">
                <a:solidFill>
                  <a:schemeClr val="lt1"/>
                </a:solidFill>
                <a:latin typeface="Courier New"/>
                <a:ea typeface="Courier New"/>
              </a:rPr>
              <a:t>public class Producto {</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    private String id;</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    private String nombre;</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    private String marca;</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    private double precio;</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 </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accent2"/>
                </a:solidFill>
                <a:latin typeface="Courier New"/>
                <a:ea typeface="Courier New"/>
              </a:rPr>
              <a:t>    public void setPrecio(double precio) {</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accent2"/>
                </a:solidFill>
                <a:latin typeface="Courier New"/>
                <a:ea typeface="Courier New"/>
              </a:rPr>
              <a:t>        this.precio = precio;</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    }</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a:t>
            </a:r>
            <a:endParaRPr lang="en-US" sz="1100" b="0" strike="noStrike" spc="-1">
              <a:solidFill>
                <a:srgbClr val="000000"/>
              </a:solidFill>
              <a:latin typeface="Arial"/>
            </a:endParaRPr>
          </a:p>
        </p:txBody>
      </p:sp>
      <p:sp>
        <p:nvSpPr>
          <p:cNvPr id="197" name="Shape 27"/>
          <p:cNvSpPr/>
          <p:nvPr/>
        </p:nvSpPr>
        <p:spPr>
          <a:xfrm>
            <a:off x="5577840" y="4160520"/>
            <a:ext cx="6061680" cy="1050840"/>
          </a:xfrm>
          <a:prstGeom prst="roundRect">
            <a:avLst>
              <a:gd name="adj" fmla="val 10435"/>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198" name="Text 28"/>
          <p:cNvSpPr/>
          <p:nvPr/>
        </p:nvSpPr>
        <p:spPr>
          <a:xfrm>
            <a:off x="5806440" y="4306680"/>
            <a:ext cx="560448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1" strike="noStrike" spc="-1">
                <a:solidFill>
                  <a:schemeClr val="accent2"/>
                </a:solidFill>
                <a:latin typeface="Calibri"/>
              </a:rPr>
              <a:t>▶ Así se ve con toString()</a:t>
            </a:r>
            <a:endParaRPr lang="en-US" sz="1100" b="0" strike="noStrike" spc="-1">
              <a:solidFill>
                <a:srgbClr val="000000"/>
              </a:solidFill>
              <a:latin typeface="Arial"/>
            </a:endParaRPr>
          </a:p>
        </p:txBody>
      </p:sp>
      <p:sp>
        <p:nvSpPr>
          <p:cNvPr id="199" name="Text 29"/>
          <p:cNvSpPr/>
          <p:nvPr/>
        </p:nvSpPr>
        <p:spPr>
          <a:xfrm>
            <a:off x="5806440" y="4663440"/>
            <a:ext cx="5695920" cy="410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strike="noStrike" spc="-1">
                <a:solidFill>
                  <a:schemeClr val="accent3"/>
                </a:solidFill>
                <a:latin typeface="Courier New"/>
                <a:ea typeface="Courier New"/>
              </a:rPr>
              <a:t>1. P01 - Laptop Gaming - ASUS - 1200.0$</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accent3"/>
                </a:solidFill>
                <a:latin typeface="Courier New"/>
                <a:ea typeface="Courier New"/>
              </a:rPr>
              <a:t>2. P02 - Mouse Inalámbrico - Logitech - 25.0$</a:t>
            </a:r>
            <a:endParaRPr lang="en-US" sz="1100" b="0" strike="noStrike" spc="-1">
              <a:solidFill>
                <a:srgbClr val="000000"/>
              </a:solidFill>
              <a:latin typeface="Arial"/>
            </a:endParaRPr>
          </a:p>
        </p:txBody>
      </p:sp>
      <p:sp>
        <p:nvSpPr>
          <p:cNvPr id="200" name="Text 30"/>
          <p:cNvSpPr/>
          <p:nvPr/>
        </p:nvSpPr>
        <p:spPr>
          <a:xfrm>
            <a:off x="5577840" y="5349240"/>
            <a:ext cx="603432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strike="noStrike" spc="-1">
                <a:solidFill>
                  <a:schemeClr val="dk2"/>
                </a:solidFill>
                <a:latin typeface="Calibri"/>
              </a:rPr>
              <a:t>toString() hace que cada producto se imprima de forma legible.</a:t>
            </a:r>
            <a:endParaRPr lang="en-US" sz="1400" b="0" strike="noStrike" spc="-1">
              <a:solidFill>
                <a:srgbClr val="000000"/>
              </a:solidFill>
              <a:latin typeface="Arial"/>
            </a:endParaRPr>
          </a:p>
        </p:txBody>
      </p:sp>
      <p:sp>
        <p:nvSpPr>
          <p:cNvPr id="201" name="PlaceHolder 2"/>
          <p:cNvSpPr>
            <a:spLocks noGrp="1"/>
          </p:cNvSpPr>
          <p:nvPr>
            <p:ph type="sldNum" idx="8"/>
          </p:nvPr>
        </p:nvSpPr>
        <p:spPr>
          <a:xfrm>
            <a:off x="11247120" y="6309360"/>
            <a:ext cx="392400" cy="27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000" b="0" strike="noStrike" spc="-1">
                <a:solidFill>
                  <a:srgbClr val="7A7FA8"/>
                </a:solidFill>
                <a:latin typeface="Calibri"/>
              </a:defRPr>
            </a:lvl1pPr>
          </a:lstStyle>
          <a:p>
            <a:pPr indent="0" defTabSz="914400">
              <a:lnSpc>
                <a:spcPct val="100000"/>
              </a:lnSpc>
              <a:buNone/>
              <a:tabLst>
                <a:tab pos="0" algn="l"/>
              </a:tabLst>
            </a:pPr>
            <a:fld id="{28AB081E-584B-4D4B-9DC9-E040781E8D03}" type="slidenum">
              <a:rPr lang="en-US" sz="1000" b="0" strike="noStrike" spc="-1">
                <a:solidFill>
                  <a:srgbClr val="7A7FA8"/>
                </a:solidFill>
                <a:latin typeface="Calibri"/>
              </a:rPr>
              <a:t>5</a:t>
            </a:fld>
            <a:endParaRPr lang="en-US" sz="100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p15="http://schemas.microsoft.com/office/powerpoint/2012/main"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Text 0"/>
          <p:cNvSpPr/>
          <p:nvPr/>
        </p:nvSpPr>
        <p:spPr>
          <a:xfrm>
            <a:off x="548640" y="274320"/>
            <a:ext cx="45712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97">
                <a:solidFill>
                  <a:schemeClr val="accent1"/>
                </a:solidFill>
                <a:latin typeface="Calibri"/>
              </a:rPr>
              <a:t>3 · LA IMPLEMENTACIÓN</a:t>
            </a:r>
            <a:endParaRPr lang="en-US" sz="1200" b="0" strike="noStrike" spc="-1">
              <a:solidFill>
                <a:srgbClr val="000000"/>
              </a:solidFill>
              <a:latin typeface="Arial"/>
            </a:endParaRPr>
          </a:p>
        </p:txBody>
      </p:sp>
      <p:sp>
        <p:nvSpPr>
          <p:cNvPr id="203" name="Shape 1"/>
          <p:cNvSpPr/>
          <p:nvPr/>
        </p:nvSpPr>
        <p:spPr>
          <a:xfrm>
            <a:off x="1042416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04" name="Shape 2"/>
          <p:cNvSpPr/>
          <p:nvPr/>
        </p:nvSpPr>
        <p:spPr>
          <a:xfrm>
            <a:off x="1066176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05" name="Shape 3"/>
          <p:cNvSpPr/>
          <p:nvPr/>
        </p:nvSpPr>
        <p:spPr>
          <a:xfrm>
            <a:off x="10899720" y="329040"/>
            <a:ext cx="127440" cy="1274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206" name="Shape 4"/>
          <p:cNvSpPr/>
          <p:nvPr/>
        </p:nvSpPr>
        <p:spPr>
          <a:xfrm>
            <a:off x="1113732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07" name="Shape 5"/>
          <p:cNvSpPr/>
          <p:nvPr/>
        </p:nvSpPr>
        <p:spPr>
          <a:xfrm>
            <a:off x="1137528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08" name="PlaceHolder 1"/>
          <p:cNvSpPr>
            <a:spLocks noGrp="1"/>
          </p:cNvSpPr>
          <p:nvPr>
            <p:ph type="title"/>
          </p:nvPr>
        </p:nvSpPr>
        <p:spPr>
          <a:xfrm>
            <a:off x="548640" y="567000"/>
            <a:ext cx="8777520" cy="730800"/>
          </a:xfrm>
          <a:prstGeom prst="rect">
            <a:avLst/>
          </a:prstGeom>
          <a:noFill/>
          <a:ln w="0">
            <a:noFill/>
          </a:ln>
        </p:spPr>
        <p:txBody>
          <a:bodyPr lIns="0" tIns="0" rIns="0" bIns="0" anchor="ctr">
            <a:noAutofit/>
          </a:bodyPr>
          <a:lstStyle/>
          <a:p>
            <a:pPr indent="0" defTabSz="914400">
              <a:lnSpc>
                <a:spcPct val="100000"/>
              </a:lnSpc>
              <a:buNone/>
              <a:tabLst>
                <a:tab pos="0" algn="l"/>
              </a:tabLst>
            </a:pPr>
            <a:r>
              <a:rPr lang="en-US" sz="3400" b="1" strike="noStrike" spc="-1" dirty="0">
                <a:solidFill>
                  <a:schemeClr val="dk1"/>
                </a:solidFill>
                <a:latin typeface="Cambria"/>
              </a:rPr>
              <a:t>List&lt;E&gt;: el </a:t>
            </a:r>
            <a:r>
              <a:rPr lang="en-US" sz="3400" b="1" strike="noStrike" spc="-1" dirty="0" err="1">
                <a:solidFill>
                  <a:schemeClr val="dk1"/>
                </a:solidFill>
                <a:latin typeface="Cambria"/>
              </a:rPr>
              <a:t>contrato</a:t>
            </a:r>
            <a:endParaRPr lang="en-US" sz="3400" b="0" strike="noStrike" spc="-1" dirty="0">
              <a:solidFill>
                <a:schemeClr val="dk1"/>
              </a:solidFill>
              <a:latin typeface="Calibri"/>
            </a:endParaRPr>
          </a:p>
        </p:txBody>
      </p:sp>
      <p:sp>
        <p:nvSpPr>
          <p:cNvPr id="209" name="Shape 7"/>
          <p:cNvSpPr/>
          <p:nvPr/>
        </p:nvSpPr>
        <p:spPr>
          <a:xfrm>
            <a:off x="548640" y="6163200"/>
            <a:ext cx="4667400" cy="365040"/>
          </a:xfrm>
          <a:prstGeom prst="roundRect">
            <a:avLst>
              <a:gd name="adj" fmla="val 50000"/>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10" name="Text 8"/>
          <p:cNvSpPr/>
          <p:nvPr/>
        </p:nvSpPr>
        <p:spPr>
          <a:xfrm>
            <a:off x="731520" y="6163200"/>
            <a:ext cx="439308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chemeClr val="accent1"/>
                </a:solidFill>
                <a:latin typeface="Calibri"/>
              </a:rPr>
              <a:t>→  Y ArrayList es quien cumple este contrato</a:t>
            </a:r>
            <a:endParaRPr lang="en-US" sz="1300" b="0" strike="noStrike" spc="-1">
              <a:solidFill>
                <a:srgbClr val="000000"/>
              </a:solidFill>
              <a:latin typeface="Arial"/>
            </a:endParaRPr>
          </a:p>
        </p:txBody>
      </p:sp>
      <p:sp>
        <p:nvSpPr>
          <p:cNvPr id="211" name="Text 9"/>
          <p:cNvSpPr/>
          <p:nvPr/>
        </p:nvSpPr>
        <p:spPr>
          <a:xfrm>
            <a:off x="548640" y="1417320"/>
            <a:ext cx="1106352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tabLst>
                <a:tab pos="0" algn="l"/>
              </a:tabLst>
            </a:pPr>
            <a:r>
              <a:rPr lang="es-ES" sz="1600" dirty="0" smtClean="0"/>
              <a:t>La </a:t>
            </a:r>
            <a:r>
              <a:rPr lang="es-ES" sz="1600" dirty="0"/>
              <a:t>interfaz </a:t>
            </a:r>
            <a:r>
              <a:rPr lang="es-ES" sz="1600" dirty="0" err="1"/>
              <a:t>List</a:t>
            </a:r>
            <a:r>
              <a:rPr lang="es-ES" sz="1600" dirty="0"/>
              <a:t> la cual define el contrato que debe cumplir cualquier implementación de lista</a:t>
            </a:r>
            <a:r>
              <a:rPr lang="en-US" sz="1500" b="0" strike="noStrike" spc="-1" dirty="0" smtClean="0">
                <a:solidFill>
                  <a:schemeClr val="dk2"/>
                </a:solidFill>
                <a:latin typeface="Calibri"/>
              </a:rPr>
              <a:t>. </a:t>
            </a:r>
            <a:r>
              <a:rPr lang="en-US" sz="1500" b="0" strike="noStrike" spc="-1" dirty="0" err="1">
                <a:solidFill>
                  <a:schemeClr val="dk2"/>
                </a:solidFill>
                <a:latin typeface="Calibri"/>
              </a:rPr>
              <a:t>En</a:t>
            </a:r>
            <a:r>
              <a:rPr lang="en-US" sz="1500" b="0" strike="noStrike" spc="-1" dirty="0">
                <a:solidFill>
                  <a:schemeClr val="dk2"/>
                </a:solidFill>
                <a:latin typeface="Calibri"/>
              </a:rPr>
              <a:t> </a:t>
            </a:r>
            <a:r>
              <a:rPr lang="en-US" sz="1500" b="0" strike="noStrike" spc="-1" dirty="0" err="1">
                <a:solidFill>
                  <a:schemeClr val="dk2"/>
                </a:solidFill>
                <a:latin typeface="Calibri"/>
              </a:rPr>
              <a:t>verde</a:t>
            </a:r>
            <a:r>
              <a:rPr lang="en-US" sz="1500" b="0" strike="noStrike" spc="-1" dirty="0">
                <a:solidFill>
                  <a:schemeClr val="dk2"/>
                </a:solidFill>
                <a:latin typeface="Calibri"/>
              </a:rPr>
              <a:t>, lo que </a:t>
            </a:r>
            <a:r>
              <a:rPr lang="en-US" sz="1500" b="0" strike="noStrike" spc="-1" dirty="0" err="1">
                <a:solidFill>
                  <a:schemeClr val="dk2"/>
                </a:solidFill>
                <a:latin typeface="Calibri"/>
              </a:rPr>
              <a:t>usa</a:t>
            </a:r>
            <a:r>
              <a:rPr lang="en-US" sz="1500" b="0" strike="noStrike" spc="-1" dirty="0">
                <a:solidFill>
                  <a:schemeClr val="dk2"/>
                </a:solidFill>
                <a:latin typeface="Calibri"/>
              </a:rPr>
              <a:t> </a:t>
            </a:r>
            <a:r>
              <a:rPr lang="en-US" sz="1500" b="0" strike="noStrike" spc="-1" dirty="0" err="1">
                <a:solidFill>
                  <a:schemeClr val="dk2"/>
                </a:solidFill>
                <a:latin typeface="Calibri"/>
              </a:rPr>
              <a:t>nuestro</a:t>
            </a:r>
            <a:r>
              <a:rPr lang="en-US" sz="1500" b="0" strike="noStrike" spc="-1" dirty="0">
                <a:solidFill>
                  <a:schemeClr val="dk2"/>
                </a:solidFill>
                <a:latin typeface="Calibri"/>
              </a:rPr>
              <a:t> </a:t>
            </a:r>
            <a:r>
              <a:rPr lang="en-US" sz="1500" b="0" strike="noStrike" spc="-1" dirty="0" err="1">
                <a:solidFill>
                  <a:schemeClr val="dk2"/>
                </a:solidFill>
                <a:latin typeface="Calibri"/>
              </a:rPr>
              <a:t>programa</a:t>
            </a:r>
            <a:r>
              <a:rPr lang="en-US" sz="1500" b="0" strike="noStrike" spc="-1" dirty="0">
                <a:solidFill>
                  <a:schemeClr val="dk2"/>
                </a:solidFill>
                <a:latin typeface="Calibri"/>
              </a:rPr>
              <a:t>.</a:t>
            </a:r>
            <a:endParaRPr lang="en-US" sz="1500" b="0" strike="noStrike" spc="-1" dirty="0">
              <a:solidFill>
                <a:srgbClr val="000000"/>
              </a:solidFill>
              <a:latin typeface="Arial"/>
            </a:endParaRPr>
          </a:p>
        </p:txBody>
      </p:sp>
      <p:sp>
        <p:nvSpPr>
          <p:cNvPr id="212" name="Shape 10"/>
          <p:cNvSpPr/>
          <p:nvPr/>
        </p:nvSpPr>
        <p:spPr>
          <a:xfrm>
            <a:off x="548640" y="1965960"/>
            <a:ext cx="11090880" cy="493200"/>
          </a:xfrm>
          <a:prstGeom prst="roundRect">
            <a:avLst>
              <a:gd name="adj" fmla="val 22222"/>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13" name="Text 11"/>
          <p:cNvSpPr/>
          <p:nvPr/>
        </p:nvSpPr>
        <p:spPr>
          <a:xfrm>
            <a:off x="777240" y="1965960"/>
            <a:ext cx="3291120" cy="493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chemeClr val="accent1"/>
                </a:solidFill>
                <a:latin typeface="Courier New"/>
                <a:ea typeface="Courier New"/>
              </a:rPr>
              <a:t>add(E e)</a:t>
            </a:r>
            <a:endParaRPr lang="en-US" sz="1400" b="0" strike="noStrike" spc="-1">
              <a:solidFill>
                <a:srgbClr val="000000"/>
              </a:solidFill>
              <a:latin typeface="Arial"/>
            </a:endParaRPr>
          </a:p>
        </p:txBody>
      </p:sp>
      <p:sp>
        <p:nvSpPr>
          <p:cNvPr id="214" name="Text 12"/>
          <p:cNvSpPr/>
          <p:nvPr/>
        </p:nvSpPr>
        <p:spPr>
          <a:xfrm>
            <a:off x="4206240" y="1965960"/>
            <a:ext cx="4937040" cy="493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chemeClr val="dk1"/>
                </a:solidFill>
                <a:latin typeface="Calibri"/>
              </a:rPr>
              <a:t>Agrega un elemento al final</a:t>
            </a:r>
            <a:endParaRPr lang="en-US" sz="1400" b="0" strike="noStrike" spc="-1">
              <a:solidFill>
                <a:srgbClr val="000000"/>
              </a:solidFill>
              <a:latin typeface="Arial"/>
            </a:endParaRPr>
          </a:p>
        </p:txBody>
      </p:sp>
      <p:sp>
        <p:nvSpPr>
          <p:cNvPr id="215" name="Shape 13"/>
          <p:cNvSpPr/>
          <p:nvPr/>
        </p:nvSpPr>
        <p:spPr>
          <a:xfrm>
            <a:off x="9418320" y="2057400"/>
            <a:ext cx="2010960" cy="310320"/>
          </a:xfrm>
          <a:prstGeom prst="roundRect">
            <a:avLst>
              <a:gd name="adj" fmla="val 50000"/>
            </a:avLst>
          </a:prstGeom>
          <a:solidFill>
            <a:schemeClr val="accent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216" name="Text 14"/>
          <p:cNvSpPr/>
          <p:nvPr/>
        </p:nvSpPr>
        <p:spPr>
          <a:xfrm>
            <a:off x="9418320" y="2057400"/>
            <a:ext cx="2010960" cy="310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chemeClr val="dk1"/>
                </a:solidFill>
                <a:latin typeface="Calibri"/>
              </a:rPr>
              <a:t>lo usa el Gestor</a:t>
            </a:r>
            <a:endParaRPr lang="en-US" sz="1100" b="0" strike="noStrike" spc="-1">
              <a:solidFill>
                <a:srgbClr val="000000"/>
              </a:solidFill>
              <a:latin typeface="Arial"/>
            </a:endParaRPr>
          </a:p>
        </p:txBody>
      </p:sp>
      <p:sp>
        <p:nvSpPr>
          <p:cNvPr id="217" name="Shape 15"/>
          <p:cNvSpPr/>
          <p:nvPr/>
        </p:nvSpPr>
        <p:spPr>
          <a:xfrm>
            <a:off x="548640" y="2532960"/>
            <a:ext cx="11090880" cy="493200"/>
          </a:xfrm>
          <a:prstGeom prst="roundRect">
            <a:avLst>
              <a:gd name="adj" fmla="val 22222"/>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18" name="Text 16"/>
          <p:cNvSpPr/>
          <p:nvPr/>
        </p:nvSpPr>
        <p:spPr>
          <a:xfrm>
            <a:off x="777240" y="2532960"/>
            <a:ext cx="3291120" cy="493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chemeClr val="accent1"/>
                </a:solidFill>
                <a:latin typeface="Courier New"/>
                <a:ea typeface="Courier New"/>
              </a:rPr>
              <a:t>add(E e, int index)</a:t>
            </a:r>
            <a:endParaRPr lang="en-US" sz="1400" b="0" strike="noStrike" spc="-1">
              <a:solidFill>
                <a:srgbClr val="000000"/>
              </a:solidFill>
              <a:latin typeface="Arial"/>
            </a:endParaRPr>
          </a:p>
        </p:txBody>
      </p:sp>
      <p:sp>
        <p:nvSpPr>
          <p:cNvPr id="219" name="Text 17"/>
          <p:cNvSpPr/>
          <p:nvPr/>
        </p:nvSpPr>
        <p:spPr>
          <a:xfrm>
            <a:off x="4206240" y="2532960"/>
            <a:ext cx="4937040" cy="493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chemeClr val="dk1"/>
                </a:solidFill>
                <a:latin typeface="Calibri"/>
              </a:rPr>
              <a:t>Agrega en una posición y corre los siguientes</a:t>
            </a:r>
            <a:endParaRPr lang="en-US" sz="1400" b="0" strike="noStrike" spc="-1">
              <a:solidFill>
                <a:srgbClr val="000000"/>
              </a:solidFill>
              <a:latin typeface="Arial"/>
            </a:endParaRPr>
          </a:p>
        </p:txBody>
      </p:sp>
      <p:sp>
        <p:nvSpPr>
          <p:cNvPr id="220" name="Shape 18"/>
          <p:cNvSpPr/>
          <p:nvPr/>
        </p:nvSpPr>
        <p:spPr>
          <a:xfrm>
            <a:off x="9418320" y="2624400"/>
            <a:ext cx="2010960" cy="310320"/>
          </a:xfrm>
          <a:prstGeom prst="roundRect">
            <a:avLst>
              <a:gd name="adj" fmla="val 50000"/>
            </a:avLst>
          </a:prstGeom>
          <a:solidFill>
            <a:schemeClr val="accent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21" name="Text 19"/>
          <p:cNvSpPr/>
          <p:nvPr/>
        </p:nvSpPr>
        <p:spPr>
          <a:xfrm>
            <a:off x="9418320" y="2624400"/>
            <a:ext cx="2010960" cy="310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chemeClr val="dk1"/>
                </a:solidFill>
                <a:latin typeface="Calibri"/>
              </a:rPr>
              <a:t>parte del contrato</a:t>
            </a:r>
            <a:endParaRPr lang="en-US" sz="1100" b="0" strike="noStrike" spc="-1">
              <a:solidFill>
                <a:srgbClr val="000000"/>
              </a:solidFill>
              <a:latin typeface="Arial"/>
            </a:endParaRPr>
          </a:p>
        </p:txBody>
      </p:sp>
      <p:sp>
        <p:nvSpPr>
          <p:cNvPr id="222" name="Shape 20"/>
          <p:cNvSpPr/>
          <p:nvPr/>
        </p:nvSpPr>
        <p:spPr>
          <a:xfrm>
            <a:off x="548640" y="3099960"/>
            <a:ext cx="11090880" cy="493200"/>
          </a:xfrm>
          <a:prstGeom prst="roundRect">
            <a:avLst>
              <a:gd name="adj" fmla="val 22222"/>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23" name="Text 21"/>
          <p:cNvSpPr/>
          <p:nvPr/>
        </p:nvSpPr>
        <p:spPr>
          <a:xfrm>
            <a:off x="777240" y="3099960"/>
            <a:ext cx="3291120" cy="493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chemeClr val="accent1"/>
                </a:solidFill>
                <a:latin typeface="Courier New"/>
                <a:ea typeface="Courier New"/>
              </a:rPr>
              <a:t>remove(int index)</a:t>
            </a:r>
            <a:endParaRPr lang="en-US" sz="1400" b="0" strike="noStrike" spc="-1">
              <a:solidFill>
                <a:srgbClr val="000000"/>
              </a:solidFill>
              <a:latin typeface="Arial"/>
            </a:endParaRPr>
          </a:p>
        </p:txBody>
      </p:sp>
      <p:sp>
        <p:nvSpPr>
          <p:cNvPr id="224" name="Text 22"/>
          <p:cNvSpPr/>
          <p:nvPr/>
        </p:nvSpPr>
        <p:spPr>
          <a:xfrm>
            <a:off x="4206240" y="3099960"/>
            <a:ext cx="4937040" cy="493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chemeClr val="dk1"/>
                </a:solidFill>
                <a:latin typeface="Calibri"/>
              </a:rPr>
              <a:t>Elimina el de esa posición y lo devuelve</a:t>
            </a:r>
            <a:endParaRPr lang="en-US" sz="1400" b="0" strike="noStrike" spc="-1">
              <a:solidFill>
                <a:srgbClr val="000000"/>
              </a:solidFill>
              <a:latin typeface="Arial"/>
            </a:endParaRPr>
          </a:p>
        </p:txBody>
      </p:sp>
      <p:sp>
        <p:nvSpPr>
          <p:cNvPr id="225" name="Shape 23"/>
          <p:cNvSpPr/>
          <p:nvPr/>
        </p:nvSpPr>
        <p:spPr>
          <a:xfrm>
            <a:off x="9418320" y="3191400"/>
            <a:ext cx="2010960" cy="310320"/>
          </a:xfrm>
          <a:prstGeom prst="roundRect">
            <a:avLst>
              <a:gd name="adj" fmla="val 50000"/>
            </a:avLst>
          </a:prstGeom>
          <a:solidFill>
            <a:schemeClr val="accent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26" name="Text 24"/>
          <p:cNvSpPr/>
          <p:nvPr/>
        </p:nvSpPr>
        <p:spPr>
          <a:xfrm>
            <a:off x="9418320" y="3191400"/>
            <a:ext cx="2010960" cy="310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chemeClr val="dk1"/>
                </a:solidFill>
                <a:latin typeface="Calibri"/>
              </a:rPr>
              <a:t>parte del contrato</a:t>
            </a:r>
            <a:endParaRPr lang="en-US" sz="1100" b="0" strike="noStrike" spc="-1">
              <a:solidFill>
                <a:srgbClr val="000000"/>
              </a:solidFill>
              <a:latin typeface="Arial"/>
            </a:endParaRPr>
          </a:p>
        </p:txBody>
      </p:sp>
      <p:sp>
        <p:nvSpPr>
          <p:cNvPr id="227" name="Shape 25"/>
          <p:cNvSpPr/>
          <p:nvPr/>
        </p:nvSpPr>
        <p:spPr>
          <a:xfrm>
            <a:off x="548640" y="3666600"/>
            <a:ext cx="11090880" cy="493200"/>
          </a:xfrm>
          <a:prstGeom prst="roundRect">
            <a:avLst>
              <a:gd name="adj" fmla="val 22222"/>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28" name="Text 26"/>
          <p:cNvSpPr/>
          <p:nvPr/>
        </p:nvSpPr>
        <p:spPr>
          <a:xfrm>
            <a:off x="777240" y="3666600"/>
            <a:ext cx="3291120" cy="493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chemeClr val="accent1"/>
                </a:solidFill>
                <a:latin typeface="Courier New"/>
                <a:ea typeface="Courier New"/>
              </a:rPr>
              <a:t>get(int index)</a:t>
            </a:r>
            <a:endParaRPr lang="en-US" sz="1400" b="0" strike="noStrike" spc="-1">
              <a:solidFill>
                <a:srgbClr val="000000"/>
              </a:solidFill>
              <a:latin typeface="Arial"/>
            </a:endParaRPr>
          </a:p>
        </p:txBody>
      </p:sp>
      <p:sp>
        <p:nvSpPr>
          <p:cNvPr id="229" name="Text 27"/>
          <p:cNvSpPr/>
          <p:nvPr/>
        </p:nvSpPr>
        <p:spPr>
          <a:xfrm>
            <a:off x="4206240" y="3666600"/>
            <a:ext cx="4937040" cy="493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chemeClr val="dk1"/>
                </a:solidFill>
                <a:latin typeface="Calibri"/>
              </a:rPr>
              <a:t>Devuelve el elemento de esa posición</a:t>
            </a:r>
            <a:endParaRPr lang="en-US" sz="1400" b="0" strike="noStrike" spc="-1">
              <a:solidFill>
                <a:srgbClr val="000000"/>
              </a:solidFill>
              <a:latin typeface="Arial"/>
            </a:endParaRPr>
          </a:p>
        </p:txBody>
      </p:sp>
      <p:sp>
        <p:nvSpPr>
          <p:cNvPr id="230" name="Shape 28"/>
          <p:cNvSpPr/>
          <p:nvPr/>
        </p:nvSpPr>
        <p:spPr>
          <a:xfrm>
            <a:off x="9418320" y="3758040"/>
            <a:ext cx="2010960" cy="310320"/>
          </a:xfrm>
          <a:prstGeom prst="roundRect">
            <a:avLst>
              <a:gd name="adj" fmla="val 50000"/>
            </a:avLst>
          </a:prstGeom>
          <a:solidFill>
            <a:schemeClr val="accent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231" name="Text 29"/>
          <p:cNvSpPr/>
          <p:nvPr/>
        </p:nvSpPr>
        <p:spPr>
          <a:xfrm>
            <a:off x="9418320" y="3758040"/>
            <a:ext cx="2010960" cy="310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chemeClr val="dk1"/>
                </a:solidFill>
                <a:latin typeface="Calibri"/>
              </a:rPr>
              <a:t>lo usa el Gestor</a:t>
            </a:r>
            <a:endParaRPr lang="en-US" sz="1100" b="0" strike="noStrike" spc="-1">
              <a:solidFill>
                <a:srgbClr val="000000"/>
              </a:solidFill>
              <a:latin typeface="Arial"/>
            </a:endParaRPr>
          </a:p>
        </p:txBody>
      </p:sp>
      <p:sp>
        <p:nvSpPr>
          <p:cNvPr id="232" name="Shape 30"/>
          <p:cNvSpPr/>
          <p:nvPr/>
        </p:nvSpPr>
        <p:spPr>
          <a:xfrm>
            <a:off x="548640" y="4233600"/>
            <a:ext cx="11090880" cy="493200"/>
          </a:xfrm>
          <a:prstGeom prst="roundRect">
            <a:avLst>
              <a:gd name="adj" fmla="val 22222"/>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33" name="Text 31"/>
          <p:cNvSpPr/>
          <p:nvPr/>
        </p:nvSpPr>
        <p:spPr>
          <a:xfrm>
            <a:off x="777240" y="4233600"/>
            <a:ext cx="3291120" cy="493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chemeClr val="accent1"/>
                </a:solidFill>
                <a:latin typeface="Courier New"/>
                <a:ea typeface="Courier New"/>
              </a:rPr>
              <a:t>size()</a:t>
            </a:r>
            <a:endParaRPr lang="en-US" sz="1400" b="0" strike="noStrike" spc="-1">
              <a:solidFill>
                <a:srgbClr val="000000"/>
              </a:solidFill>
              <a:latin typeface="Arial"/>
            </a:endParaRPr>
          </a:p>
        </p:txBody>
      </p:sp>
      <p:sp>
        <p:nvSpPr>
          <p:cNvPr id="234" name="Text 32"/>
          <p:cNvSpPr/>
          <p:nvPr/>
        </p:nvSpPr>
        <p:spPr>
          <a:xfrm>
            <a:off x="4206240" y="4233600"/>
            <a:ext cx="4937040" cy="493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chemeClr val="dk1"/>
                </a:solidFill>
                <a:latin typeface="Calibri"/>
              </a:rPr>
              <a:t>Devuelve cuántos elementos hay</a:t>
            </a:r>
            <a:endParaRPr lang="en-US" sz="1400" b="0" strike="noStrike" spc="-1">
              <a:solidFill>
                <a:srgbClr val="000000"/>
              </a:solidFill>
              <a:latin typeface="Arial"/>
            </a:endParaRPr>
          </a:p>
        </p:txBody>
      </p:sp>
      <p:sp>
        <p:nvSpPr>
          <p:cNvPr id="235" name="Shape 33"/>
          <p:cNvSpPr/>
          <p:nvPr/>
        </p:nvSpPr>
        <p:spPr>
          <a:xfrm>
            <a:off x="9418320" y="4325040"/>
            <a:ext cx="2010960" cy="310320"/>
          </a:xfrm>
          <a:prstGeom prst="roundRect">
            <a:avLst>
              <a:gd name="adj" fmla="val 50000"/>
            </a:avLst>
          </a:prstGeom>
          <a:solidFill>
            <a:schemeClr val="accent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236" name="Text 34"/>
          <p:cNvSpPr/>
          <p:nvPr/>
        </p:nvSpPr>
        <p:spPr>
          <a:xfrm>
            <a:off x="9418320" y="4325040"/>
            <a:ext cx="2010960" cy="310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chemeClr val="dk1"/>
                </a:solidFill>
                <a:latin typeface="Calibri"/>
              </a:rPr>
              <a:t>lo usa el Gestor</a:t>
            </a:r>
            <a:endParaRPr lang="en-US" sz="1100" b="0" strike="noStrike" spc="-1">
              <a:solidFill>
                <a:srgbClr val="000000"/>
              </a:solidFill>
              <a:latin typeface="Arial"/>
            </a:endParaRPr>
          </a:p>
        </p:txBody>
      </p:sp>
      <p:sp>
        <p:nvSpPr>
          <p:cNvPr id="237" name="Shape 35"/>
          <p:cNvSpPr/>
          <p:nvPr/>
        </p:nvSpPr>
        <p:spPr>
          <a:xfrm>
            <a:off x="548640" y="4800600"/>
            <a:ext cx="11090880" cy="493200"/>
          </a:xfrm>
          <a:prstGeom prst="roundRect">
            <a:avLst>
              <a:gd name="adj" fmla="val 22222"/>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38" name="Text 36"/>
          <p:cNvSpPr/>
          <p:nvPr/>
        </p:nvSpPr>
        <p:spPr>
          <a:xfrm>
            <a:off x="777240" y="4800600"/>
            <a:ext cx="3291120" cy="493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chemeClr val="accent1"/>
                </a:solidFill>
                <a:latin typeface="Courier New"/>
                <a:ea typeface="Courier New"/>
              </a:rPr>
              <a:t>clear()</a:t>
            </a:r>
            <a:endParaRPr lang="en-US" sz="1400" b="0" strike="noStrike" spc="-1">
              <a:solidFill>
                <a:srgbClr val="000000"/>
              </a:solidFill>
              <a:latin typeface="Arial"/>
            </a:endParaRPr>
          </a:p>
        </p:txBody>
      </p:sp>
      <p:sp>
        <p:nvSpPr>
          <p:cNvPr id="239" name="Text 37"/>
          <p:cNvSpPr/>
          <p:nvPr/>
        </p:nvSpPr>
        <p:spPr>
          <a:xfrm>
            <a:off x="4206240" y="4800600"/>
            <a:ext cx="4937040" cy="493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chemeClr val="dk1"/>
                </a:solidFill>
                <a:latin typeface="Calibri"/>
              </a:rPr>
              <a:t>Vacía la lista y reinicia la capacidad a 10</a:t>
            </a:r>
            <a:endParaRPr lang="en-US" sz="1400" b="0" strike="noStrike" spc="-1">
              <a:solidFill>
                <a:srgbClr val="000000"/>
              </a:solidFill>
              <a:latin typeface="Arial"/>
            </a:endParaRPr>
          </a:p>
        </p:txBody>
      </p:sp>
      <p:sp>
        <p:nvSpPr>
          <p:cNvPr id="240" name="Shape 38"/>
          <p:cNvSpPr/>
          <p:nvPr/>
        </p:nvSpPr>
        <p:spPr>
          <a:xfrm>
            <a:off x="9418320" y="4892040"/>
            <a:ext cx="2010960" cy="310320"/>
          </a:xfrm>
          <a:prstGeom prst="roundRect">
            <a:avLst>
              <a:gd name="adj" fmla="val 50000"/>
            </a:avLst>
          </a:prstGeom>
          <a:solidFill>
            <a:schemeClr val="accent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41" name="Text 39"/>
          <p:cNvSpPr/>
          <p:nvPr/>
        </p:nvSpPr>
        <p:spPr>
          <a:xfrm>
            <a:off x="9418320" y="4892040"/>
            <a:ext cx="2010960" cy="310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chemeClr val="dk1"/>
                </a:solidFill>
                <a:latin typeface="Calibri"/>
              </a:rPr>
              <a:t>parte del contrato</a:t>
            </a:r>
            <a:endParaRPr lang="en-US" sz="1100" b="0" strike="noStrike" spc="-1">
              <a:solidFill>
                <a:srgbClr val="000000"/>
              </a:solidFill>
              <a:latin typeface="Arial"/>
            </a:endParaRPr>
          </a:p>
        </p:txBody>
      </p:sp>
      <p:sp>
        <p:nvSpPr>
          <p:cNvPr id="242" name="Shape 40"/>
          <p:cNvSpPr/>
          <p:nvPr/>
        </p:nvSpPr>
        <p:spPr>
          <a:xfrm>
            <a:off x="548640" y="5367600"/>
            <a:ext cx="11090880" cy="493200"/>
          </a:xfrm>
          <a:prstGeom prst="roundRect">
            <a:avLst>
              <a:gd name="adj" fmla="val 22222"/>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43" name="Text 41"/>
          <p:cNvSpPr/>
          <p:nvPr/>
        </p:nvSpPr>
        <p:spPr>
          <a:xfrm>
            <a:off x="777240" y="5367600"/>
            <a:ext cx="3291120" cy="493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chemeClr val="accent1"/>
                </a:solidFill>
                <a:latin typeface="Courier New"/>
                <a:ea typeface="Courier New"/>
              </a:rPr>
              <a:t>isEmpty()</a:t>
            </a:r>
            <a:endParaRPr lang="en-US" sz="1400" b="0" strike="noStrike" spc="-1">
              <a:solidFill>
                <a:srgbClr val="000000"/>
              </a:solidFill>
              <a:latin typeface="Arial"/>
            </a:endParaRPr>
          </a:p>
        </p:txBody>
      </p:sp>
      <p:sp>
        <p:nvSpPr>
          <p:cNvPr id="244" name="Text 42"/>
          <p:cNvSpPr/>
          <p:nvPr/>
        </p:nvSpPr>
        <p:spPr>
          <a:xfrm>
            <a:off x="4206240" y="5367600"/>
            <a:ext cx="4937040" cy="493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chemeClr val="dk1"/>
                </a:solidFill>
                <a:latin typeface="Calibri"/>
              </a:rPr>
              <a:t>Dice si la lista está vacía</a:t>
            </a:r>
            <a:endParaRPr lang="en-US" sz="1400" b="0" strike="noStrike" spc="-1">
              <a:solidFill>
                <a:srgbClr val="000000"/>
              </a:solidFill>
              <a:latin typeface="Arial"/>
            </a:endParaRPr>
          </a:p>
        </p:txBody>
      </p:sp>
      <p:sp>
        <p:nvSpPr>
          <p:cNvPr id="245" name="Shape 43"/>
          <p:cNvSpPr/>
          <p:nvPr/>
        </p:nvSpPr>
        <p:spPr>
          <a:xfrm>
            <a:off x="9418320" y="5459040"/>
            <a:ext cx="2010960" cy="310320"/>
          </a:xfrm>
          <a:prstGeom prst="roundRect">
            <a:avLst>
              <a:gd name="adj" fmla="val 50000"/>
            </a:avLst>
          </a:prstGeom>
          <a:solidFill>
            <a:schemeClr val="accent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246" name="Text 44"/>
          <p:cNvSpPr/>
          <p:nvPr/>
        </p:nvSpPr>
        <p:spPr>
          <a:xfrm>
            <a:off x="9418320" y="5459040"/>
            <a:ext cx="2010960" cy="310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chemeClr val="dk1"/>
                </a:solidFill>
                <a:latin typeface="Calibri"/>
              </a:rPr>
              <a:t>lo usa el Gestor</a:t>
            </a:r>
            <a:endParaRPr lang="en-US" sz="1100" b="0" strike="noStrike" spc="-1">
              <a:solidFill>
                <a:srgbClr val="000000"/>
              </a:solidFill>
              <a:latin typeface="Arial"/>
            </a:endParaRPr>
          </a:p>
        </p:txBody>
      </p:sp>
      <p:sp>
        <p:nvSpPr>
          <p:cNvPr id="247" name="PlaceHolder 2"/>
          <p:cNvSpPr>
            <a:spLocks noGrp="1"/>
          </p:cNvSpPr>
          <p:nvPr>
            <p:ph type="sldNum" idx="9"/>
          </p:nvPr>
        </p:nvSpPr>
        <p:spPr>
          <a:xfrm>
            <a:off x="11247120" y="6309360"/>
            <a:ext cx="392400" cy="27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000" b="0" strike="noStrike" spc="-1">
                <a:solidFill>
                  <a:srgbClr val="7A7FA8"/>
                </a:solidFill>
                <a:latin typeface="Calibri"/>
              </a:defRPr>
            </a:lvl1pPr>
          </a:lstStyle>
          <a:p>
            <a:pPr indent="0" defTabSz="914400">
              <a:lnSpc>
                <a:spcPct val="100000"/>
              </a:lnSpc>
              <a:buNone/>
              <a:tabLst>
                <a:tab pos="0" algn="l"/>
              </a:tabLst>
            </a:pPr>
            <a:fld id="{859E8C6D-1823-4851-9D63-CE5EF2DF7A8A}" type="slidenum">
              <a:rPr lang="en-US" sz="1000" b="0" strike="noStrike" spc="-1">
                <a:solidFill>
                  <a:srgbClr val="7A7FA8"/>
                </a:solidFill>
                <a:latin typeface="Calibri"/>
              </a:rPr>
              <a:t>6</a:t>
            </a:fld>
            <a:endParaRPr lang="en-US" sz="100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p15="http://schemas.microsoft.com/office/powerpoint/2012/main"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 name="Text 0"/>
          <p:cNvSpPr/>
          <p:nvPr/>
        </p:nvSpPr>
        <p:spPr>
          <a:xfrm>
            <a:off x="548640" y="274320"/>
            <a:ext cx="45712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97">
                <a:solidFill>
                  <a:schemeClr val="accent1"/>
                </a:solidFill>
                <a:latin typeface="Calibri"/>
              </a:rPr>
              <a:t>3 · LA IMPLEMENTACIÓN</a:t>
            </a:r>
            <a:endParaRPr lang="en-US" sz="1200" b="0" strike="noStrike" spc="-1">
              <a:solidFill>
                <a:srgbClr val="000000"/>
              </a:solidFill>
              <a:latin typeface="Arial"/>
            </a:endParaRPr>
          </a:p>
        </p:txBody>
      </p:sp>
      <p:sp>
        <p:nvSpPr>
          <p:cNvPr id="249" name="Shape 1"/>
          <p:cNvSpPr/>
          <p:nvPr/>
        </p:nvSpPr>
        <p:spPr>
          <a:xfrm>
            <a:off x="1042416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50" name="Shape 2"/>
          <p:cNvSpPr/>
          <p:nvPr/>
        </p:nvSpPr>
        <p:spPr>
          <a:xfrm>
            <a:off x="1066176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51" name="Shape 3"/>
          <p:cNvSpPr/>
          <p:nvPr/>
        </p:nvSpPr>
        <p:spPr>
          <a:xfrm>
            <a:off x="10899720" y="329040"/>
            <a:ext cx="127440" cy="1274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252" name="Shape 4"/>
          <p:cNvSpPr/>
          <p:nvPr/>
        </p:nvSpPr>
        <p:spPr>
          <a:xfrm>
            <a:off x="1113732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53" name="Shape 5"/>
          <p:cNvSpPr/>
          <p:nvPr/>
        </p:nvSpPr>
        <p:spPr>
          <a:xfrm>
            <a:off x="1137528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54" name="PlaceHolder 1"/>
          <p:cNvSpPr>
            <a:spLocks noGrp="1"/>
          </p:cNvSpPr>
          <p:nvPr>
            <p:ph type="title"/>
          </p:nvPr>
        </p:nvSpPr>
        <p:spPr>
          <a:xfrm>
            <a:off x="548640" y="567000"/>
            <a:ext cx="8777520" cy="730800"/>
          </a:xfrm>
          <a:prstGeom prst="rect">
            <a:avLst/>
          </a:prstGeom>
          <a:noFill/>
          <a:ln w="0">
            <a:noFill/>
          </a:ln>
        </p:spPr>
        <p:txBody>
          <a:bodyPr lIns="0" tIns="0" rIns="0" bIns="0" anchor="ctr">
            <a:noAutofit/>
          </a:bodyPr>
          <a:lstStyle/>
          <a:p>
            <a:pPr indent="0" defTabSz="914400">
              <a:lnSpc>
                <a:spcPct val="100000"/>
              </a:lnSpc>
              <a:buNone/>
              <a:tabLst>
                <a:tab pos="0" algn="l"/>
              </a:tabLst>
            </a:pPr>
            <a:r>
              <a:rPr lang="en-US" sz="3400" b="1" strike="noStrike" spc="-1">
                <a:solidFill>
                  <a:schemeClr val="dk1"/>
                </a:solidFill>
                <a:latin typeface="Cambria"/>
              </a:rPr>
              <a:t>ArrayList&lt;E&gt;: la lista hecha por nosotros</a:t>
            </a:r>
            <a:endParaRPr lang="en-US" sz="3400" b="0" strike="noStrike" spc="-1">
              <a:solidFill>
                <a:schemeClr val="dk1"/>
              </a:solidFill>
              <a:latin typeface="Calibri"/>
            </a:endParaRPr>
          </a:p>
        </p:txBody>
      </p:sp>
      <p:sp>
        <p:nvSpPr>
          <p:cNvPr id="255" name="Shape 7"/>
          <p:cNvSpPr/>
          <p:nvPr/>
        </p:nvSpPr>
        <p:spPr>
          <a:xfrm>
            <a:off x="548640" y="6163200"/>
            <a:ext cx="5147280" cy="365040"/>
          </a:xfrm>
          <a:prstGeom prst="roundRect">
            <a:avLst>
              <a:gd name="adj" fmla="val 50000"/>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56" name="Text 8"/>
          <p:cNvSpPr/>
          <p:nvPr/>
        </p:nvSpPr>
        <p:spPr>
          <a:xfrm>
            <a:off x="731520" y="6163200"/>
            <a:ext cx="487296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chemeClr val="accent1"/>
                </a:solidFill>
                <a:latin typeface="Calibri"/>
              </a:rPr>
              <a:t>→  La lista guarda; falta quien la use: el gestor</a:t>
            </a:r>
            <a:endParaRPr lang="en-US" sz="1300" b="0" strike="noStrike" spc="-1">
              <a:solidFill>
                <a:srgbClr val="000000"/>
              </a:solidFill>
              <a:latin typeface="Arial"/>
            </a:endParaRPr>
          </a:p>
        </p:txBody>
      </p:sp>
      <p:sp>
        <p:nvSpPr>
          <p:cNvPr id="257" name="Shape 9"/>
          <p:cNvSpPr/>
          <p:nvPr/>
        </p:nvSpPr>
        <p:spPr>
          <a:xfrm>
            <a:off x="548640" y="1554480"/>
            <a:ext cx="712440" cy="639360"/>
          </a:xfrm>
          <a:prstGeom prst="roundRect">
            <a:avLst>
              <a:gd name="adj" fmla="val 11429"/>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258" name="Text 10"/>
          <p:cNvSpPr/>
          <p:nvPr/>
        </p:nvSpPr>
        <p:spPr>
          <a:xfrm>
            <a:off x="548640" y="1554480"/>
            <a:ext cx="712440" cy="639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chemeClr val="lt1"/>
                </a:solidFill>
                <a:latin typeface="Calibri"/>
              </a:rPr>
              <a:t>P01</a:t>
            </a:r>
            <a:endParaRPr lang="en-US" sz="1400" b="0" strike="noStrike" spc="-1">
              <a:solidFill>
                <a:srgbClr val="000000"/>
              </a:solidFill>
              <a:latin typeface="Arial"/>
            </a:endParaRPr>
          </a:p>
        </p:txBody>
      </p:sp>
      <p:sp>
        <p:nvSpPr>
          <p:cNvPr id="259" name="Shape 11"/>
          <p:cNvSpPr/>
          <p:nvPr/>
        </p:nvSpPr>
        <p:spPr>
          <a:xfrm>
            <a:off x="1353240" y="1554480"/>
            <a:ext cx="712440" cy="639360"/>
          </a:xfrm>
          <a:prstGeom prst="roundRect">
            <a:avLst>
              <a:gd name="adj" fmla="val 11429"/>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260" name="Text 12"/>
          <p:cNvSpPr/>
          <p:nvPr/>
        </p:nvSpPr>
        <p:spPr>
          <a:xfrm>
            <a:off x="1353240" y="1554480"/>
            <a:ext cx="712440" cy="639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chemeClr val="lt1"/>
                </a:solidFill>
                <a:latin typeface="Calibri"/>
              </a:rPr>
              <a:t>P02</a:t>
            </a:r>
            <a:endParaRPr lang="en-US" sz="1400" b="0" strike="noStrike" spc="-1">
              <a:solidFill>
                <a:srgbClr val="000000"/>
              </a:solidFill>
              <a:latin typeface="Arial"/>
            </a:endParaRPr>
          </a:p>
        </p:txBody>
      </p:sp>
      <p:sp>
        <p:nvSpPr>
          <p:cNvPr id="261" name="Shape 13"/>
          <p:cNvSpPr/>
          <p:nvPr/>
        </p:nvSpPr>
        <p:spPr>
          <a:xfrm>
            <a:off x="2157840" y="1554480"/>
            <a:ext cx="712440" cy="639360"/>
          </a:xfrm>
          <a:prstGeom prst="roundRect">
            <a:avLst>
              <a:gd name="adj" fmla="val 11429"/>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262" name="Text 14"/>
          <p:cNvSpPr/>
          <p:nvPr/>
        </p:nvSpPr>
        <p:spPr>
          <a:xfrm>
            <a:off x="2157840" y="1554480"/>
            <a:ext cx="712440" cy="639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chemeClr val="lt1"/>
                </a:solidFill>
                <a:latin typeface="Calibri"/>
              </a:rPr>
              <a:t>P03</a:t>
            </a:r>
            <a:endParaRPr lang="en-US" sz="1400" b="0" strike="noStrike" spc="-1">
              <a:solidFill>
                <a:srgbClr val="000000"/>
              </a:solidFill>
              <a:latin typeface="Arial"/>
            </a:endParaRPr>
          </a:p>
        </p:txBody>
      </p:sp>
      <p:sp>
        <p:nvSpPr>
          <p:cNvPr id="263" name="Shape 15"/>
          <p:cNvSpPr/>
          <p:nvPr/>
        </p:nvSpPr>
        <p:spPr>
          <a:xfrm>
            <a:off x="2962800" y="1554480"/>
            <a:ext cx="712440" cy="639360"/>
          </a:xfrm>
          <a:prstGeom prst="roundRect">
            <a:avLst>
              <a:gd name="adj" fmla="val 11429"/>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264" name="Text 16"/>
          <p:cNvSpPr/>
          <p:nvPr/>
        </p:nvSpPr>
        <p:spPr>
          <a:xfrm>
            <a:off x="2962800" y="1554480"/>
            <a:ext cx="712440" cy="639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chemeClr val="lt1"/>
                </a:solidFill>
                <a:latin typeface="Calibri"/>
              </a:rPr>
              <a:t>P04</a:t>
            </a:r>
            <a:endParaRPr lang="en-US" sz="1400" b="0" strike="noStrike" spc="-1">
              <a:solidFill>
                <a:srgbClr val="000000"/>
              </a:solidFill>
              <a:latin typeface="Arial"/>
            </a:endParaRPr>
          </a:p>
        </p:txBody>
      </p:sp>
      <p:sp>
        <p:nvSpPr>
          <p:cNvPr id="265" name="Shape 17"/>
          <p:cNvSpPr/>
          <p:nvPr/>
        </p:nvSpPr>
        <p:spPr>
          <a:xfrm>
            <a:off x="3767400" y="1554480"/>
            <a:ext cx="712440" cy="639360"/>
          </a:xfrm>
          <a:prstGeom prst="roundRect">
            <a:avLst>
              <a:gd name="adj" fmla="val 11429"/>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66" name="Shape 18"/>
          <p:cNvSpPr/>
          <p:nvPr/>
        </p:nvSpPr>
        <p:spPr>
          <a:xfrm>
            <a:off x="4572000" y="1554480"/>
            <a:ext cx="712440" cy="639360"/>
          </a:xfrm>
          <a:prstGeom prst="roundRect">
            <a:avLst>
              <a:gd name="adj" fmla="val 11429"/>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67" name="Shape 19"/>
          <p:cNvSpPr/>
          <p:nvPr/>
        </p:nvSpPr>
        <p:spPr>
          <a:xfrm>
            <a:off x="5376600" y="1554480"/>
            <a:ext cx="712440" cy="639360"/>
          </a:xfrm>
          <a:prstGeom prst="roundRect">
            <a:avLst>
              <a:gd name="adj" fmla="val 11429"/>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68" name="Shape 20"/>
          <p:cNvSpPr/>
          <p:nvPr/>
        </p:nvSpPr>
        <p:spPr>
          <a:xfrm>
            <a:off x="6181200" y="1554480"/>
            <a:ext cx="712440" cy="639360"/>
          </a:xfrm>
          <a:prstGeom prst="roundRect">
            <a:avLst>
              <a:gd name="adj" fmla="val 11429"/>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69" name="Shape 21"/>
          <p:cNvSpPr/>
          <p:nvPr/>
        </p:nvSpPr>
        <p:spPr>
          <a:xfrm>
            <a:off x="6986160" y="1554480"/>
            <a:ext cx="712440" cy="639360"/>
          </a:xfrm>
          <a:prstGeom prst="roundRect">
            <a:avLst>
              <a:gd name="adj" fmla="val 11429"/>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70" name="Shape 22"/>
          <p:cNvSpPr/>
          <p:nvPr/>
        </p:nvSpPr>
        <p:spPr>
          <a:xfrm>
            <a:off x="7790760" y="1554480"/>
            <a:ext cx="712440" cy="639360"/>
          </a:xfrm>
          <a:prstGeom prst="roundRect">
            <a:avLst>
              <a:gd name="adj" fmla="val 11429"/>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71" name="Text 23"/>
          <p:cNvSpPr/>
          <p:nvPr/>
        </p:nvSpPr>
        <p:spPr>
          <a:xfrm>
            <a:off x="8961120" y="1508760"/>
            <a:ext cx="2651040" cy="822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
                <a:solidFill>
                  <a:schemeClr val="accent1"/>
                </a:solidFill>
                <a:latin typeface="Calibri"/>
              </a:rPr>
              <a:t>size = 4</a:t>
            </a:r>
            <a:endParaRPr lang="en-US" sz="1200" b="0" strike="noStrike" spc="-1">
              <a:solidFill>
                <a:srgbClr val="000000"/>
              </a:solidFill>
              <a:latin typeface="Arial"/>
            </a:endParaRPr>
          </a:p>
          <a:p>
            <a:pPr defTabSz="914400">
              <a:lnSpc>
                <a:spcPct val="100000"/>
              </a:lnSpc>
              <a:tabLst>
                <a:tab pos="0" algn="l"/>
              </a:tabLst>
            </a:pPr>
            <a:r>
              <a:rPr lang="en-US" sz="1200" b="0" strike="noStrike" spc="-1">
                <a:solidFill>
                  <a:schemeClr val="dk2"/>
                </a:solidFill>
                <a:latin typeface="Calibri"/>
              </a:rPr>
              <a:t>cuántos hay</a:t>
            </a:r>
            <a:endParaRPr lang="en-US" sz="1200" b="0" strike="noStrike" spc="-1">
              <a:solidFill>
                <a:srgbClr val="000000"/>
              </a:solidFill>
              <a:latin typeface="Arial"/>
            </a:endParaRPr>
          </a:p>
          <a:p>
            <a:pPr defTabSz="914400">
              <a:lnSpc>
                <a:spcPct val="100000"/>
              </a:lnSpc>
              <a:tabLst>
                <a:tab pos="0" algn="l"/>
              </a:tabLst>
            </a:pPr>
            <a:r>
              <a:rPr lang="en-US" sz="1200" b="1" strike="noStrike" spc="-1">
                <a:solidFill>
                  <a:schemeClr val="accent1"/>
                </a:solidFill>
                <a:latin typeface="Calibri"/>
              </a:rPr>
              <a:t>capacity = 10</a:t>
            </a:r>
            <a:endParaRPr lang="en-US" sz="1200" b="0" strike="noStrike" spc="-1">
              <a:solidFill>
                <a:srgbClr val="000000"/>
              </a:solidFill>
              <a:latin typeface="Arial"/>
            </a:endParaRPr>
          </a:p>
          <a:p>
            <a:pPr defTabSz="914400">
              <a:lnSpc>
                <a:spcPct val="100000"/>
              </a:lnSpc>
              <a:tabLst>
                <a:tab pos="0" algn="l"/>
              </a:tabLst>
            </a:pPr>
            <a:r>
              <a:rPr lang="en-US" sz="1200" b="0" strike="noStrike" spc="-1">
                <a:solidFill>
                  <a:schemeClr val="dk2"/>
                </a:solidFill>
                <a:latin typeface="Calibri"/>
              </a:rPr>
              <a:t>cuántos caben</a:t>
            </a:r>
            <a:endParaRPr lang="en-US" sz="1200" b="0" strike="noStrike" spc="-1">
              <a:solidFill>
                <a:srgbClr val="000000"/>
              </a:solidFill>
              <a:latin typeface="Arial"/>
            </a:endParaRPr>
          </a:p>
        </p:txBody>
      </p:sp>
      <p:sp>
        <p:nvSpPr>
          <p:cNvPr id="272" name="Shape 24"/>
          <p:cNvSpPr/>
          <p:nvPr/>
        </p:nvSpPr>
        <p:spPr>
          <a:xfrm>
            <a:off x="548640" y="2514600"/>
            <a:ext cx="5394240" cy="2453040"/>
          </a:xfrm>
          <a:prstGeom prst="roundRect">
            <a:avLst>
              <a:gd name="adj" fmla="val 4472"/>
            </a:avLst>
          </a:prstGeom>
          <a:solidFill>
            <a:schemeClr val="tx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273" name="Text 25"/>
          <p:cNvSpPr/>
          <p:nvPr/>
        </p:nvSpPr>
        <p:spPr>
          <a:xfrm>
            <a:off x="777240" y="2660760"/>
            <a:ext cx="493704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1" strike="noStrike" spc="-1">
                <a:solidFill>
                  <a:schemeClr val="accent2"/>
                </a:solidFill>
                <a:latin typeface="Calibri"/>
              </a:rPr>
              <a:t>ArrayList.java · atributos y constructor</a:t>
            </a:r>
            <a:endParaRPr lang="en-US" sz="1100" b="0" strike="noStrike" spc="-1">
              <a:solidFill>
                <a:srgbClr val="000000"/>
              </a:solidFill>
              <a:latin typeface="Arial"/>
            </a:endParaRPr>
          </a:p>
        </p:txBody>
      </p:sp>
      <p:sp>
        <p:nvSpPr>
          <p:cNvPr id="274" name="Text 26"/>
          <p:cNvSpPr/>
          <p:nvPr/>
        </p:nvSpPr>
        <p:spPr>
          <a:xfrm>
            <a:off x="777240" y="3017520"/>
            <a:ext cx="5028480" cy="176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strike="noStrike" spc="-1" dirty="0">
                <a:solidFill>
                  <a:schemeClr val="lt1"/>
                </a:solidFill>
                <a:latin typeface="Courier New"/>
                <a:ea typeface="Courier New"/>
              </a:rPr>
              <a:t>public class </a:t>
            </a:r>
            <a:r>
              <a:rPr lang="en-US" sz="1100" b="0" strike="noStrike" spc="-1" dirty="0" err="1">
                <a:solidFill>
                  <a:schemeClr val="lt1"/>
                </a:solidFill>
                <a:latin typeface="Courier New"/>
                <a:ea typeface="Courier New"/>
              </a:rPr>
              <a:t>ArrayList</a:t>
            </a:r>
            <a:r>
              <a:rPr lang="en-US" sz="1100" b="0" strike="noStrike" spc="-1" dirty="0">
                <a:solidFill>
                  <a:schemeClr val="lt1"/>
                </a:solidFill>
                <a:latin typeface="Courier New"/>
                <a:ea typeface="Courier New"/>
              </a:rPr>
              <a:t>&lt;E&gt; implements List&lt;E&gt; {</a:t>
            </a:r>
            <a:endParaRPr lang="en-US" sz="1100" b="0" strike="noStrike" spc="-1" dirty="0">
              <a:solidFill>
                <a:srgbClr val="000000"/>
              </a:solidFill>
              <a:latin typeface="Arial"/>
            </a:endParaRPr>
          </a:p>
          <a:p>
            <a:pPr defTabSz="914400">
              <a:lnSpc>
                <a:spcPct val="100000"/>
              </a:lnSpc>
              <a:tabLst>
                <a:tab pos="0" algn="l"/>
              </a:tabLst>
            </a:pPr>
            <a:r>
              <a:rPr lang="en-US" sz="1100" b="0" strike="noStrike" spc="-1" dirty="0">
                <a:solidFill>
                  <a:schemeClr val="lt1"/>
                </a:solidFill>
                <a:latin typeface="Courier New"/>
                <a:ea typeface="Courier New"/>
              </a:rPr>
              <a:t>    private Object[] items;  </a:t>
            </a:r>
            <a:r>
              <a:rPr lang="en-US" sz="1100" b="0" strike="noStrike" spc="-1" dirty="0">
                <a:solidFill>
                  <a:schemeClr val="accent6"/>
                </a:solidFill>
                <a:latin typeface="Courier New"/>
                <a:ea typeface="Courier New"/>
              </a:rPr>
              <a:t> // </a:t>
            </a:r>
            <a:r>
              <a:rPr lang="en-US" sz="1100" spc="-1" dirty="0" err="1" smtClean="0">
                <a:solidFill>
                  <a:schemeClr val="accent6"/>
                </a:solidFill>
                <a:latin typeface="Courier New"/>
                <a:ea typeface="Courier New"/>
              </a:rPr>
              <a:t>arreglo</a:t>
            </a:r>
            <a:r>
              <a:rPr lang="en-US" sz="1100" spc="-1" dirty="0" smtClean="0">
                <a:solidFill>
                  <a:schemeClr val="accent6"/>
                </a:solidFill>
                <a:latin typeface="Courier New"/>
                <a:ea typeface="Courier New"/>
              </a:rPr>
              <a:t> de </a:t>
            </a:r>
            <a:r>
              <a:rPr lang="en-US" sz="1100" spc="-1" dirty="0" err="1" smtClean="0">
                <a:solidFill>
                  <a:schemeClr val="accent6"/>
                </a:solidFill>
                <a:latin typeface="Courier New"/>
                <a:ea typeface="Courier New"/>
              </a:rPr>
              <a:t>objetos</a:t>
            </a:r>
            <a:endParaRPr lang="en-US" sz="1100" b="0" strike="noStrike" spc="-1" dirty="0">
              <a:solidFill>
                <a:srgbClr val="000000"/>
              </a:solidFill>
              <a:latin typeface="Arial"/>
            </a:endParaRPr>
          </a:p>
          <a:p>
            <a:pPr defTabSz="914400">
              <a:lnSpc>
                <a:spcPct val="100000"/>
              </a:lnSpc>
              <a:tabLst>
                <a:tab pos="0" algn="l"/>
              </a:tabLst>
            </a:pPr>
            <a:r>
              <a:rPr lang="en-US" sz="1100" b="0" strike="noStrike" spc="-1" dirty="0">
                <a:solidFill>
                  <a:schemeClr val="lt1"/>
                </a:solidFill>
                <a:latin typeface="Courier New"/>
                <a:ea typeface="Courier New"/>
              </a:rPr>
              <a:t>    private </a:t>
            </a:r>
            <a:r>
              <a:rPr lang="en-US" sz="1100" b="0" strike="noStrike" spc="-1" dirty="0" err="1">
                <a:solidFill>
                  <a:schemeClr val="lt1"/>
                </a:solidFill>
                <a:latin typeface="Courier New"/>
                <a:ea typeface="Courier New"/>
              </a:rPr>
              <a:t>int</a:t>
            </a:r>
            <a:r>
              <a:rPr lang="en-US" sz="1100" b="0" strike="noStrike" spc="-1" dirty="0">
                <a:solidFill>
                  <a:schemeClr val="lt1"/>
                </a:solidFill>
                <a:latin typeface="Courier New"/>
                <a:ea typeface="Courier New"/>
              </a:rPr>
              <a:t> size;        </a:t>
            </a:r>
            <a:r>
              <a:rPr lang="en-US" sz="1100" b="0" strike="noStrike" spc="-1" dirty="0">
                <a:solidFill>
                  <a:schemeClr val="accent6"/>
                </a:solidFill>
                <a:latin typeface="Courier New"/>
                <a:ea typeface="Courier New"/>
              </a:rPr>
              <a:t> // </a:t>
            </a:r>
            <a:r>
              <a:rPr lang="en-US" sz="1100" spc="-1" dirty="0" err="1" smtClean="0">
                <a:solidFill>
                  <a:schemeClr val="accent6"/>
                </a:solidFill>
                <a:latin typeface="Courier New"/>
                <a:ea typeface="Courier New"/>
              </a:rPr>
              <a:t>contador</a:t>
            </a:r>
            <a:r>
              <a:rPr lang="en-US" sz="1100" spc="-1" dirty="0" smtClean="0">
                <a:solidFill>
                  <a:schemeClr val="accent6"/>
                </a:solidFill>
                <a:latin typeface="Courier New"/>
                <a:ea typeface="Courier New"/>
              </a:rPr>
              <a:t> de tama</a:t>
            </a:r>
            <a:r>
              <a:rPr lang="es-ES" sz="1100" spc="-1" dirty="0" smtClean="0">
                <a:solidFill>
                  <a:schemeClr val="accent6"/>
                </a:solidFill>
                <a:latin typeface="Courier New"/>
                <a:ea typeface="Courier New"/>
              </a:rPr>
              <a:t>ñ</a:t>
            </a:r>
            <a:r>
              <a:rPr lang="pt-PT" sz="1100" spc="-1" dirty="0" smtClean="0">
                <a:solidFill>
                  <a:schemeClr val="accent6"/>
                </a:solidFill>
                <a:latin typeface="Courier New"/>
                <a:ea typeface="Courier New"/>
              </a:rPr>
              <a:t>o</a:t>
            </a:r>
            <a:endParaRPr lang="en-US" sz="1100" b="0" strike="noStrike" spc="-1" dirty="0">
              <a:solidFill>
                <a:srgbClr val="000000"/>
              </a:solidFill>
              <a:latin typeface="Arial"/>
            </a:endParaRPr>
          </a:p>
          <a:p>
            <a:pPr defTabSz="914400">
              <a:lnSpc>
                <a:spcPct val="100000"/>
              </a:lnSpc>
              <a:tabLst>
                <a:tab pos="0" algn="l"/>
              </a:tabLst>
            </a:pPr>
            <a:r>
              <a:rPr lang="en-US" sz="1100" b="0" strike="noStrike" spc="-1" dirty="0">
                <a:solidFill>
                  <a:schemeClr val="lt1"/>
                </a:solidFill>
                <a:latin typeface="Courier New"/>
                <a:ea typeface="Courier New"/>
              </a:rPr>
              <a:t>    private </a:t>
            </a:r>
            <a:r>
              <a:rPr lang="en-US" sz="1100" b="0" strike="noStrike" spc="-1" dirty="0" err="1">
                <a:solidFill>
                  <a:schemeClr val="lt1"/>
                </a:solidFill>
                <a:latin typeface="Courier New"/>
                <a:ea typeface="Courier New"/>
              </a:rPr>
              <a:t>int</a:t>
            </a:r>
            <a:r>
              <a:rPr lang="en-US" sz="1100" b="0" strike="noStrike" spc="-1" dirty="0">
                <a:solidFill>
                  <a:schemeClr val="lt1"/>
                </a:solidFill>
                <a:latin typeface="Courier New"/>
                <a:ea typeface="Courier New"/>
              </a:rPr>
              <a:t> capacity;    </a:t>
            </a:r>
            <a:r>
              <a:rPr lang="en-US" sz="1100" b="0" strike="noStrike" spc="-1" dirty="0">
                <a:solidFill>
                  <a:schemeClr val="accent6"/>
                </a:solidFill>
                <a:latin typeface="Courier New"/>
                <a:ea typeface="Courier New"/>
              </a:rPr>
              <a:t> // </a:t>
            </a:r>
            <a:r>
              <a:rPr lang="en-US" sz="1100" spc="-1" dirty="0" err="1" smtClean="0">
                <a:solidFill>
                  <a:schemeClr val="accent6"/>
                </a:solidFill>
                <a:latin typeface="Courier New"/>
                <a:ea typeface="Courier New"/>
              </a:rPr>
              <a:t>capcidad</a:t>
            </a:r>
            <a:endParaRPr lang="en-US" sz="1100" b="0" strike="noStrike" spc="-1" dirty="0">
              <a:solidFill>
                <a:srgbClr val="000000"/>
              </a:solidFill>
              <a:latin typeface="Arial"/>
            </a:endParaRPr>
          </a:p>
          <a:p>
            <a:pPr defTabSz="914400">
              <a:lnSpc>
                <a:spcPct val="100000"/>
              </a:lnSpc>
              <a:tabLst>
                <a:tab pos="0" algn="l"/>
              </a:tabLst>
            </a:pPr>
            <a:r>
              <a:rPr lang="en-US" sz="1100" b="0" strike="noStrike" spc="-1" dirty="0">
                <a:solidFill>
                  <a:schemeClr val="lt1"/>
                </a:solidFill>
                <a:latin typeface="Courier New"/>
                <a:ea typeface="Courier New"/>
              </a:rPr>
              <a:t> </a:t>
            </a:r>
            <a:endParaRPr lang="en-US" sz="1100" b="0" strike="noStrike" spc="-1" dirty="0">
              <a:solidFill>
                <a:srgbClr val="000000"/>
              </a:solidFill>
              <a:latin typeface="Arial"/>
            </a:endParaRPr>
          </a:p>
          <a:p>
            <a:pPr defTabSz="914400">
              <a:lnSpc>
                <a:spcPct val="100000"/>
              </a:lnSpc>
              <a:tabLst>
                <a:tab pos="0" algn="l"/>
              </a:tabLst>
            </a:pPr>
            <a:r>
              <a:rPr lang="en-US" sz="1100" b="0" strike="noStrike" spc="-1" dirty="0">
                <a:solidFill>
                  <a:schemeClr val="lt1"/>
                </a:solidFill>
                <a:latin typeface="Courier New"/>
                <a:ea typeface="Courier New"/>
              </a:rPr>
              <a:t>    public </a:t>
            </a:r>
            <a:r>
              <a:rPr lang="en-US" sz="1100" b="0" strike="noStrike" spc="-1" dirty="0" err="1">
                <a:solidFill>
                  <a:schemeClr val="lt1"/>
                </a:solidFill>
                <a:latin typeface="Courier New"/>
                <a:ea typeface="Courier New"/>
              </a:rPr>
              <a:t>ArrayList</a:t>
            </a:r>
            <a:r>
              <a:rPr lang="en-US" sz="1100" b="0" strike="noStrike" spc="-1" dirty="0">
                <a:solidFill>
                  <a:schemeClr val="lt1"/>
                </a:solidFill>
                <a:latin typeface="Courier New"/>
                <a:ea typeface="Courier New"/>
              </a:rPr>
              <a:t>() {</a:t>
            </a:r>
            <a:endParaRPr lang="en-US" sz="1100" b="0" strike="noStrike" spc="-1" dirty="0">
              <a:solidFill>
                <a:srgbClr val="000000"/>
              </a:solidFill>
              <a:latin typeface="Arial"/>
            </a:endParaRPr>
          </a:p>
          <a:p>
            <a:pPr defTabSz="914400">
              <a:lnSpc>
                <a:spcPct val="100000"/>
              </a:lnSpc>
              <a:tabLst>
                <a:tab pos="0" algn="l"/>
              </a:tabLst>
            </a:pPr>
            <a:r>
              <a:rPr lang="en-US" sz="1100" b="0" strike="noStrike" spc="-1" dirty="0">
                <a:solidFill>
                  <a:schemeClr val="lt1"/>
                </a:solidFill>
                <a:latin typeface="Courier New"/>
                <a:ea typeface="Courier New"/>
              </a:rPr>
              <a:t>        </a:t>
            </a:r>
            <a:r>
              <a:rPr lang="en-US" sz="1100" b="0" strike="noStrike" spc="-1" dirty="0" err="1">
                <a:solidFill>
                  <a:schemeClr val="lt1"/>
                </a:solidFill>
                <a:latin typeface="Courier New"/>
                <a:ea typeface="Courier New"/>
              </a:rPr>
              <a:t>this.size</a:t>
            </a:r>
            <a:r>
              <a:rPr lang="en-US" sz="1100" b="0" strike="noStrike" spc="-1" dirty="0">
                <a:solidFill>
                  <a:schemeClr val="lt1"/>
                </a:solidFill>
                <a:latin typeface="Courier New"/>
                <a:ea typeface="Courier New"/>
              </a:rPr>
              <a:t> = 0;</a:t>
            </a:r>
            <a:endParaRPr lang="en-US" sz="1100" b="0" strike="noStrike" spc="-1" dirty="0">
              <a:solidFill>
                <a:srgbClr val="000000"/>
              </a:solidFill>
              <a:latin typeface="Arial"/>
            </a:endParaRPr>
          </a:p>
          <a:p>
            <a:pPr defTabSz="914400">
              <a:lnSpc>
                <a:spcPct val="100000"/>
              </a:lnSpc>
              <a:tabLst>
                <a:tab pos="0" algn="l"/>
              </a:tabLst>
            </a:pPr>
            <a:r>
              <a:rPr lang="en-US" sz="1100" b="0" strike="noStrike" spc="-1" dirty="0">
                <a:solidFill>
                  <a:schemeClr val="lt1"/>
                </a:solidFill>
                <a:latin typeface="Courier New"/>
                <a:ea typeface="Courier New"/>
              </a:rPr>
              <a:t>        </a:t>
            </a:r>
            <a:r>
              <a:rPr lang="en-US" sz="1100" b="0" strike="noStrike" spc="-1" dirty="0" err="1">
                <a:solidFill>
                  <a:schemeClr val="lt1"/>
                </a:solidFill>
                <a:latin typeface="Courier New"/>
                <a:ea typeface="Courier New"/>
              </a:rPr>
              <a:t>this.capacity</a:t>
            </a:r>
            <a:r>
              <a:rPr lang="en-US" sz="1100" b="0" strike="noStrike" spc="-1" dirty="0">
                <a:solidFill>
                  <a:schemeClr val="lt1"/>
                </a:solidFill>
                <a:latin typeface="Courier New"/>
                <a:ea typeface="Courier New"/>
              </a:rPr>
              <a:t> = 10;</a:t>
            </a:r>
            <a:endParaRPr lang="en-US" sz="1100" b="0" strike="noStrike" spc="-1" dirty="0">
              <a:solidFill>
                <a:srgbClr val="000000"/>
              </a:solidFill>
              <a:latin typeface="Arial"/>
            </a:endParaRPr>
          </a:p>
          <a:p>
            <a:pPr defTabSz="914400">
              <a:lnSpc>
                <a:spcPct val="100000"/>
              </a:lnSpc>
              <a:tabLst>
                <a:tab pos="0" algn="l"/>
              </a:tabLst>
            </a:pPr>
            <a:r>
              <a:rPr lang="en-US" sz="1100" b="0" strike="noStrike" spc="-1" dirty="0">
                <a:solidFill>
                  <a:schemeClr val="lt1"/>
                </a:solidFill>
                <a:latin typeface="Courier New"/>
                <a:ea typeface="Courier New"/>
              </a:rPr>
              <a:t>        </a:t>
            </a:r>
            <a:r>
              <a:rPr lang="en-US" sz="1100" b="0" strike="noStrike" spc="-1" dirty="0" err="1">
                <a:solidFill>
                  <a:schemeClr val="lt1"/>
                </a:solidFill>
                <a:latin typeface="Courier New"/>
                <a:ea typeface="Courier New"/>
              </a:rPr>
              <a:t>this.items</a:t>
            </a:r>
            <a:r>
              <a:rPr lang="en-US" sz="1100" b="0" strike="noStrike" spc="-1" dirty="0">
                <a:solidFill>
                  <a:schemeClr val="lt1"/>
                </a:solidFill>
                <a:latin typeface="Courier New"/>
                <a:ea typeface="Courier New"/>
              </a:rPr>
              <a:t> = new Object[capacity];</a:t>
            </a:r>
            <a:endParaRPr lang="en-US" sz="1100" b="0" strike="noStrike" spc="-1" dirty="0">
              <a:solidFill>
                <a:srgbClr val="000000"/>
              </a:solidFill>
              <a:latin typeface="Arial"/>
            </a:endParaRPr>
          </a:p>
          <a:p>
            <a:pPr defTabSz="914400">
              <a:lnSpc>
                <a:spcPct val="100000"/>
              </a:lnSpc>
              <a:tabLst>
                <a:tab pos="0" algn="l"/>
              </a:tabLst>
            </a:pPr>
            <a:r>
              <a:rPr lang="en-US" sz="1100" b="0" strike="noStrike" spc="-1" dirty="0">
                <a:solidFill>
                  <a:schemeClr val="lt1"/>
                </a:solidFill>
                <a:latin typeface="Courier New"/>
                <a:ea typeface="Courier New"/>
              </a:rPr>
              <a:t>    }</a:t>
            </a:r>
            <a:endParaRPr lang="en-US" sz="1100" b="0" strike="noStrike" spc="-1" dirty="0">
              <a:solidFill>
                <a:srgbClr val="000000"/>
              </a:solidFill>
              <a:latin typeface="Arial"/>
            </a:endParaRPr>
          </a:p>
        </p:txBody>
      </p:sp>
      <p:sp>
        <p:nvSpPr>
          <p:cNvPr id="275" name="Shape 27"/>
          <p:cNvSpPr/>
          <p:nvPr/>
        </p:nvSpPr>
        <p:spPr>
          <a:xfrm>
            <a:off x="6217920" y="2514600"/>
            <a:ext cx="5421600" cy="2453040"/>
          </a:xfrm>
          <a:prstGeom prst="roundRect">
            <a:avLst>
              <a:gd name="adj" fmla="val 4472"/>
            </a:avLst>
          </a:prstGeom>
          <a:solidFill>
            <a:schemeClr val="tx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276" name="Text 28"/>
          <p:cNvSpPr/>
          <p:nvPr/>
        </p:nvSpPr>
        <p:spPr>
          <a:xfrm>
            <a:off x="6446520" y="2660760"/>
            <a:ext cx="496440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1" strike="noStrike" spc="-1">
                <a:solidFill>
                  <a:schemeClr val="accent2"/>
                </a:solidFill>
                <a:latin typeface="Calibri"/>
              </a:rPr>
              <a:t>ArrayList.java · cuando se llena</a:t>
            </a:r>
            <a:endParaRPr lang="en-US" sz="1100" b="0" strike="noStrike" spc="-1">
              <a:solidFill>
                <a:srgbClr val="000000"/>
              </a:solidFill>
              <a:latin typeface="Arial"/>
            </a:endParaRPr>
          </a:p>
        </p:txBody>
      </p:sp>
      <p:sp>
        <p:nvSpPr>
          <p:cNvPr id="277" name="Text 29"/>
          <p:cNvSpPr/>
          <p:nvPr/>
        </p:nvSpPr>
        <p:spPr>
          <a:xfrm>
            <a:off x="6446520" y="3017520"/>
            <a:ext cx="5055840" cy="176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strike="noStrike" spc="-1">
                <a:solidFill>
                  <a:schemeClr val="lt1"/>
                </a:solidFill>
                <a:latin typeface="Courier New"/>
                <a:ea typeface="Courier New"/>
              </a:rPr>
              <a:t>protected boolean isFull() {</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    return capacity == size;</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 </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protected void Expand() {</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    Object[] aux = new Object[capacity + 10];</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    System.arraycopy(items, 0, aux, 0, size);</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    capacity += 10;</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    items = aux;</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a:t>
            </a:r>
            <a:endParaRPr lang="en-US" sz="1100" b="0" strike="noStrike" spc="-1">
              <a:solidFill>
                <a:srgbClr val="000000"/>
              </a:solidFill>
              <a:latin typeface="Arial"/>
            </a:endParaRPr>
          </a:p>
        </p:txBody>
      </p:sp>
      <p:sp>
        <p:nvSpPr>
          <p:cNvPr id="278" name="Shape 30"/>
          <p:cNvSpPr/>
          <p:nvPr/>
        </p:nvSpPr>
        <p:spPr>
          <a:xfrm>
            <a:off x="548640" y="5212080"/>
            <a:ext cx="5394240" cy="730800"/>
          </a:xfrm>
          <a:prstGeom prst="roundRect">
            <a:avLst>
              <a:gd name="adj" fmla="val 15000"/>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79" name="Text 31"/>
          <p:cNvSpPr/>
          <p:nvPr/>
        </p:nvSpPr>
        <p:spPr>
          <a:xfrm>
            <a:off x="777240" y="5212080"/>
            <a:ext cx="4982760" cy="73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chemeClr val="accent1"/>
                </a:solidFill>
                <a:latin typeface="Calibri"/>
              </a:rPr>
              <a:t>Dato: </a:t>
            </a:r>
            <a:r>
              <a:rPr lang="en-US" sz="1300" b="0" strike="noStrike" spc="-1">
                <a:solidFill>
                  <a:schemeClr val="dk1"/>
                </a:solidFill>
                <a:latin typeface="Calibri"/>
              </a:rPr>
              <a:t>items es un Object[] porque Java no deja crear un arreglo genérico con new E[n].</a:t>
            </a:r>
            <a:endParaRPr lang="en-US" sz="1300" b="0" strike="noStrike" spc="-1">
              <a:solidFill>
                <a:srgbClr val="000000"/>
              </a:solidFill>
              <a:latin typeface="Arial"/>
            </a:endParaRPr>
          </a:p>
        </p:txBody>
      </p:sp>
      <p:sp>
        <p:nvSpPr>
          <p:cNvPr id="280" name="Shape 32"/>
          <p:cNvSpPr/>
          <p:nvPr/>
        </p:nvSpPr>
        <p:spPr>
          <a:xfrm>
            <a:off x="6217920" y="5212080"/>
            <a:ext cx="5421600" cy="730800"/>
          </a:xfrm>
          <a:prstGeom prst="roundRect">
            <a:avLst>
              <a:gd name="adj" fmla="val 15000"/>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81" name="Text 33"/>
          <p:cNvSpPr/>
          <p:nvPr/>
        </p:nvSpPr>
        <p:spPr>
          <a:xfrm>
            <a:off x="6446520" y="5212080"/>
            <a:ext cx="5028480" cy="73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chemeClr val="accent1"/>
                </a:solidFill>
                <a:latin typeface="Calibri"/>
              </a:rPr>
              <a:t>Crece de 10 en 10: </a:t>
            </a:r>
            <a:r>
              <a:rPr lang="en-US" sz="1300" b="0" strike="noStrike" spc="-1">
                <a:solidFill>
                  <a:schemeClr val="dk1"/>
                </a:solidFill>
                <a:latin typeface="Calibri"/>
              </a:rPr>
              <a:t>al agregar el producto 11, capacity pasa de 10 a 20.</a:t>
            </a:r>
            <a:endParaRPr lang="en-US" sz="1300" b="0" strike="noStrike" spc="-1">
              <a:solidFill>
                <a:srgbClr val="000000"/>
              </a:solidFill>
              <a:latin typeface="Arial"/>
            </a:endParaRPr>
          </a:p>
        </p:txBody>
      </p:sp>
      <p:sp>
        <p:nvSpPr>
          <p:cNvPr id="282" name="PlaceHolder 2"/>
          <p:cNvSpPr>
            <a:spLocks noGrp="1"/>
          </p:cNvSpPr>
          <p:nvPr>
            <p:ph type="sldNum" idx="10"/>
          </p:nvPr>
        </p:nvSpPr>
        <p:spPr>
          <a:xfrm>
            <a:off x="11247120" y="6309360"/>
            <a:ext cx="392400" cy="27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000" b="0" strike="noStrike" spc="-1">
                <a:solidFill>
                  <a:srgbClr val="7A7FA8"/>
                </a:solidFill>
                <a:latin typeface="Calibri"/>
              </a:defRPr>
            </a:lvl1pPr>
          </a:lstStyle>
          <a:p>
            <a:pPr indent="0" defTabSz="914400">
              <a:lnSpc>
                <a:spcPct val="100000"/>
              </a:lnSpc>
              <a:buNone/>
              <a:tabLst>
                <a:tab pos="0" algn="l"/>
              </a:tabLst>
            </a:pPr>
            <a:fld id="{B01B7717-9F82-4617-81A1-63CE561FB2AA}" type="slidenum">
              <a:rPr lang="en-US" sz="1000" b="0" strike="noStrike" spc="-1">
                <a:solidFill>
                  <a:srgbClr val="7A7FA8"/>
                </a:solidFill>
                <a:latin typeface="Calibri"/>
              </a:rPr>
              <a:t>7</a:t>
            </a:fld>
            <a:endParaRPr lang="en-US" sz="100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p15="http://schemas.microsoft.com/office/powerpoint/2012/main"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 name="Text 0"/>
          <p:cNvSpPr/>
          <p:nvPr/>
        </p:nvSpPr>
        <p:spPr>
          <a:xfrm>
            <a:off x="548640" y="274320"/>
            <a:ext cx="45712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97">
                <a:solidFill>
                  <a:schemeClr val="accent1"/>
                </a:solidFill>
                <a:latin typeface="Calibri"/>
              </a:rPr>
              <a:t>3 · LA IMPLEMENTACIÓN</a:t>
            </a:r>
            <a:endParaRPr lang="en-US" sz="1200" b="0" strike="noStrike" spc="-1">
              <a:solidFill>
                <a:srgbClr val="000000"/>
              </a:solidFill>
              <a:latin typeface="Arial"/>
            </a:endParaRPr>
          </a:p>
        </p:txBody>
      </p:sp>
      <p:sp>
        <p:nvSpPr>
          <p:cNvPr id="284" name="Shape 1"/>
          <p:cNvSpPr/>
          <p:nvPr/>
        </p:nvSpPr>
        <p:spPr>
          <a:xfrm>
            <a:off x="1042416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85" name="Shape 2"/>
          <p:cNvSpPr/>
          <p:nvPr/>
        </p:nvSpPr>
        <p:spPr>
          <a:xfrm>
            <a:off x="1066176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86" name="Shape 3"/>
          <p:cNvSpPr/>
          <p:nvPr/>
        </p:nvSpPr>
        <p:spPr>
          <a:xfrm>
            <a:off x="10899720" y="329040"/>
            <a:ext cx="127440" cy="1274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287" name="Shape 4"/>
          <p:cNvSpPr/>
          <p:nvPr/>
        </p:nvSpPr>
        <p:spPr>
          <a:xfrm>
            <a:off x="1113732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88" name="Shape 5"/>
          <p:cNvSpPr/>
          <p:nvPr/>
        </p:nvSpPr>
        <p:spPr>
          <a:xfrm>
            <a:off x="1137528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89" name="PlaceHolder 1"/>
          <p:cNvSpPr>
            <a:spLocks noGrp="1"/>
          </p:cNvSpPr>
          <p:nvPr>
            <p:ph type="title"/>
          </p:nvPr>
        </p:nvSpPr>
        <p:spPr>
          <a:xfrm>
            <a:off x="548640" y="567000"/>
            <a:ext cx="8777520" cy="730800"/>
          </a:xfrm>
          <a:prstGeom prst="rect">
            <a:avLst/>
          </a:prstGeom>
          <a:noFill/>
          <a:ln w="0">
            <a:noFill/>
          </a:ln>
        </p:spPr>
        <p:txBody>
          <a:bodyPr lIns="0" tIns="0" rIns="0" bIns="0" anchor="ctr">
            <a:noAutofit/>
          </a:bodyPr>
          <a:lstStyle/>
          <a:p>
            <a:pPr indent="0" defTabSz="914400">
              <a:lnSpc>
                <a:spcPct val="100000"/>
              </a:lnSpc>
              <a:buNone/>
              <a:tabLst>
                <a:tab pos="0" algn="l"/>
              </a:tabLst>
            </a:pPr>
            <a:r>
              <a:rPr lang="en-US" sz="3400" b="1" strike="noStrike" spc="-1">
                <a:solidFill>
                  <a:schemeClr val="dk1"/>
                </a:solidFill>
                <a:latin typeface="Cambria"/>
              </a:rPr>
              <a:t>GestorTechMarket: el cerebro</a:t>
            </a:r>
            <a:endParaRPr lang="en-US" sz="3400" b="0" strike="noStrike" spc="-1">
              <a:solidFill>
                <a:schemeClr val="dk1"/>
              </a:solidFill>
              <a:latin typeface="Calibri"/>
            </a:endParaRPr>
          </a:p>
        </p:txBody>
      </p:sp>
      <p:sp>
        <p:nvSpPr>
          <p:cNvPr id="290" name="Shape 7"/>
          <p:cNvSpPr/>
          <p:nvPr/>
        </p:nvSpPr>
        <p:spPr>
          <a:xfrm>
            <a:off x="548640" y="6163200"/>
            <a:ext cx="5435280" cy="365040"/>
          </a:xfrm>
          <a:prstGeom prst="roundRect">
            <a:avLst>
              <a:gd name="adj" fmla="val 50000"/>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91" name="Text 8"/>
          <p:cNvSpPr/>
          <p:nvPr/>
        </p:nvSpPr>
        <p:spPr>
          <a:xfrm>
            <a:off x="731520" y="6163200"/>
            <a:ext cx="516096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chemeClr val="accent1"/>
                </a:solidFill>
                <a:latin typeface="Calibri"/>
              </a:rPr>
              <a:t>→  Siguiente: la funcionalidad 1, filtrar por precio</a:t>
            </a:r>
            <a:endParaRPr lang="en-US" sz="1300" b="0" strike="noStrike" spc="-1">
              <a:solidFill>
                <a:srgbClr val="000000"/>
              </a:solidFill>
              <a:latin typeface="Arial"/>
            </a:endParaRPr>
          </a:p>
        </p:txBody>
      </p:sp>
      <p:sp>
        <p:nvSpPr>
          <p:cNvPr id="292" name="Shape 9"/>
          <p:cNvSpPr/>
          <p:nvPr/>
        </p:nvSpPr>
        <p:spPr>
          <a:xfrm>
            <a:off x="548640" y="1554480"/>
            <a:ext cx="5485680" cy="4434120"/>
          </a:xfrm>
          <a:prstGeom prst="roundRect">
            <a:avLst>
              <a:gd name="adj" fmla="val 2474"/>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93" name="Text 10"/>
          <p:cNvSpPr/>
          <p:nvPr/>
        </p:nvSpPr>
        <p:spPr>
          <a:xfrm>
            <a:off x="777240" y="1691640"/>
            <a:ext cx="502848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800" b="1" strike="noStrike" spc="-1">
                <a:solidFill>
                  <a:schemeClr val="accent1"/>
                </a:solidFill>
                <a:latin typeface="Calibri"/>
              </a:rPr>
              <a:t>GestorTechMarket</a:t>
            </a:r>
            <a:endParaRPr lang="en-US" sz="1800" b="0" strike="noStrike" spc="-1">
              <a:solidFill>
                <a:srgbClr val="000000"/>
              </a:solidFill>
              <a:latin typeface="Arial"/>
            </a:endParaRPr>
          </a:p>
        </p:txBody>
      </p:sp>
      <p:sp>
        <p:nvSpPr>
          <p:cNvPr id="294" name="Shape 11"/>
          <p:cNvSpPr/>
          <p:nvPr/>
        </p:nvSpPr>
        <p:spPr>
          <a:xfrm>
            <a:off x="777240" y="2148840"/>
            <a:ext cx="5028480" cy="502200"/>
          </a:xfrm>
          <a:prstGeom prst="roundRect">
            <a:avLst>
              <a:gd name="adj" fmla="val 21818"/>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295" name="Text 12"/>
          <p:cNvSpPr/>
          <p:nvPr/>
        </p:nvSpPr>
        <p:spPr>
          <a:xfrm>
            <a:off x="777240" y="2148840"/>
            <a:ext cx="502848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chemeClr val="dk1"/>
                </a:solidFill>
                <a:latin typeface="Courier New"/>
                <a:ea typeface="Courier New"/>
              </a:rPr>
              <a:t>productos : ArrayList&lt;Producto&gt;</a:t>
            </a:r>
            <a:endParaRPr lang="en-US" sz="1300" b="0" strike="noStrike" spc="-1">
              <a:solidFill>
                <a:srgbClr val="000000"/>
              </a:solidFill>
              <a:latin typeface="Arial"/>
            </a:endParaRPr>
          </a:p>
        </p:txBody>
      </p:sp>
      <p:sp>
        <p:nvSpPr>
          <p:cNvPr id="296" name="Text 13"/>
          <p:cNvSpPr/>
          <p:nvPr/>
        </p:nvSpPr>
        <p:spPr>
          <a:xfrm>
            <a:off x="777240" y="2834640"/>
            <a:ext cx="50284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1" strike="noStrike" spc="-1">
                <a:solidFill>
                  <a:schemeClr val="dk1"/>
                </a:solidFill>
                <a:latin typeface="Calibri"/>
              </a:rPr>
              <a:t>Las 5 funcionalidades</a:t>
            </a:r>
            <a:endParaRPr lang="en-US" sz="1300" b="0" strike="noStrike" spc="-1">
              <a:solidFill>
                <a:srgbClr val="000000"/>
              </a:solidFill>
              <a:latin typeface="Arial"/>
            </a:endParaRPr>
          </a:p>
        </p:txBody>
      </p:sp>
      <p:sp>
        <p:nvSpPr>
          <p:cNvPr id="297" name="Shape 14"/>
          <p:cNvSpPr/>
          <p:nvPr/>
        </p:nvSpPr>
        <p:spPr>
          <a:xfrm>
            <a:off x="777240" y="3154680"/>
            <a:ext cx="2468160" cy="383400"/>
          </a:xfrm>
          <a:prstGeom prst="roundRect">
            <a:avLst>
              <a:gd name="adj" fmla="val 50000"/>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298" name="Text 15"/>
          <p:cNvSpPr/>
          <p:nvPr/>
        </p:nvSpPr>
        <p:spPr>
          <a:xfrm>
            <a:off x="777240" y="3154680"/>
            <a:ext cx="246816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0" strike="noStrike" spc="-1">
                <a:solidFill>
                  <a:schemeClr val="lt1"/>
                </a:solidFill>
                <a:latin typeface="Courier New"/>
                <a:ea typeface="Courier New"/>
              </a:rPr>
              <a:t>filtrarPorRangoPrecio</a:t>
            </a:r>
            <a:endParaRPr lang="en-US" sz="1100" b="0" strike="noStrike" spc="-1">
              <a:solidFill>
                <a:srgbClr val="000000"/>
              </a:solidFill>
              <a:latin typeface="Arial"/>
            </a:endParaRPr>
          </a:p>
        </p:txBody>
      </p:sp>
      <p:sp>
        <p:nvSpPr>
          <p:cNvPr id="299" name="Shape 16"/>
          <p:cNvSpPr/>
          <p:nvPr/>
        </p:nvSpPr>
        <p:spPr>
          <a:xfrm>
            <a:off x="3337560" y="3154680"/>
            <a:ext cx="2468160" cy="383400"/>
          </a:xfrm>
          <a:prstGeom prst="roundRect">
            <a:avLst>
              <a:gd name="adj" fmla="val 50000"/>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300" name="Text 17"/>
          <p:cNvSpPr/>
          <p:nvPr/>
        </p:nvSpPr>
        <p:spPr>
          <a:xfrm>
            <a:off x="3337560" y="3154680"/>
            <a:ext cx="246816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0" strike="noStrike" spc="-1">
                <a:solidFill>
                  <a:schemeClr val="lt1"/>
                </a:solidFill>
                <a:latin typeface="Courier New"/>
                <a:ea typeface="Courier New"/>
              </a:rPr>
              <a:t>aplicarDescuentoMarca</a:t>
            </a:r>
            <a:endParaRPr lang="en-US" sz="1100" b="0" strike="noStrike" spc="-1">
              <a:solidFill>
                <a:srgbClr val="000000"/>
              </a:solidFill>
              <a:latin typeface="Arial"/>
            </a:endParaRPr>
          </a:p>
        </p:txBody>
      </p:sp>
      <p:sp>
        <p:nvSpPr>
          <p:cNvPr id="301" name="Shape 18"/>
          <p:cNvSpPr/>
          <p:nvPr/>
        </p:nvSpPr>
        <p:spPr>
          <a:xfrm>
            <a:off x="777240" y="3611880"/>
            <a:ext cx="2468160" cy="383400"/>
          </a:xfrm>
          <a:prstGeom prst="roundRect">
            <a:avLst>
              <a:gd name="adj" fmla="val 50000"/>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302" name="Text 19"/>
          <p:cNvSpPr/>
          <p:nvPr/>
        </p:nvSpPr>
        <p:spPr>
          <a:xfrm>
            <a:off x="777240" y="3611880"/>
            <a:ext cx="246816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0" strike="noStrike" spc="-1">
                <a:solidFill>
                  <a:schemeClr val="lt1"/>
                </a:solidFill>
                <a:latin typeface="Courier New"/>
                <a:ea typeface="Courier New"/>
              </a:rPr>
              <a:t>buscarProductoBarato</a:t>
            </a:r>
            <a:endParaRPr lang="en-US" sz="1100" b="0" strike="noStrike" spc="-1">
              <a:solidFill>
                <a:srgbClr val="000000"/>
              </a:solidFill>
              <a:latin typeface="Arial"/>
            </a:endParaRPr>
          </a:p>
        </p:txBody>
      </p:sp>
      <p:sp>
        <p:nvSpPr>
          <p:cNvPr id="303" name="Shape 20"/>
          <p:cNvSpPr/>
          <p:nvPr/>
        </p:nvSpPr>
        <p:spPr>
          <a:xfrm>
            <a:off x="3337560" y="3611880"/>
            <a:ext cx="2468160" cy="383400"/>
          </a:xfrm>
          <a:prstGeom prst="roundRect">
            <a:avLst>
              <a:gd name="adj" fmla="val 50000"/>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304" name="Text 21"/>
          <p:cNvSpPr/>
          <p:nvPr/>
        </p:nvSpPr>
        <p:spPr>
          <a:xfrm>
            <a:off x="3337560" y="3611880"/>
            <a:ext cx="246816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0" strike="noStrike" spc="-1">
                <a:solidFill>
                  <a:schemeClr val="lt1"/>
                </a:solidFill>
                <a:latin typeface="Courier New"/>
                <a:ea typeface="Courier New"/>
              </a:rPr>
              <a:t>reponerStockProducto</a:t>
            </a:r>
            <a:endParaRPr lang="en-US" sz="1100" b="0" strike="noStrike" spc="-1">
              <a:solidFill>
                <a:srgbClr val="000000"/>
              </a:solidFill>
              <a:latin typeface="Arial"/>
            </a:endParaRPr>
          </a:p>
        </p:txBody>
      </p:sp>
      <p:sp>
        <p:nvSpPr>
          <p:cNvPr id="305" name="Shape 22"/>
          <p:cNvSpPr/>
          <p:nvPr/>
        </p:nvSpPr>
        <p:spPr>
          <a:xfrm>
            <a:off x="777240" y="4069080"/>
            <a:ext cx="2468160" cy="383400"/>
          </a:xfrm>
          <a:prstGeom prst="roundRect">
            <a:avLst>
              <a:gd name="adj" fmla="val 50000"/>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306" name="Text 23"/>
          <p:cNvSpPr/>
          <p:nvPr/>
        </p:nvSpPr>
        <p:spPr>
          <a:xfrm>
            <a:off x="777240" y="4069080"/>
            <a:ext cx="246816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0" strike="noStrike" spc="-1">
                <a:solidFill>
                  <a:schemeClr val="lt1"/>
                </a:solidFill>
                <a:latin typeface="Courier New"/>
                <a:ea typeface="Courier New"/>
              </a:rPr>
              <a:t>promedioPrecioPorMarca</a:t>
            </a:r>
            <a:endParaRPr lang="en-US" sz="1100" b="0" strike="noStrike" spc="-1">
              <a:solidFill>
                <a:srgbClr val="000000"/>
              </a:solidFill>
              <a:latin typeface="Arial"/>
            </a:endParaRPr>
          </a:p>
        </p:txBody>
      </p:sp>
      <p:sp>
        <p:nvSpPr>
          <p:cNvPr id="307" name="Text 24"/>
          <p:cNvSpPr/>
          <p:nvPr/>
        </p:nvSpPr>
        <p:spPr>
          <a:xfrm>
            <a:off x="777240" y="4663440"/>
            <a:ext cx="50284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1" strike="noStrike" spc="-1">
                <a:solidFill>
                  <a:schemeClr val="dk1"/>
                </a:solidFill>
                <a:latin typeface="Calibri"/>
              </a:rPr>
              <a:t>Las que ayudan</a:t>
            </a:r>
            <a:endParaRPr lang="en-US" sz="1300" b="0" strike="noStrike" spc="-1">
              <a:solidFill>
                <a:srgbClr val="000000"/>
              </a:solidFill>
              <a:latin typeface="Arial"/>
            </a:endParaRPr>
          </a:p>
        </p:txBody>
      </p:sp>
      <p:sp>
        <p:nvSpPr>
          <p:cNvPr id="308" name="Shape 25"/>
          <p:cNvSpPr/>
          <p:nvPr/>
        </p:nvSpPr>
        <p:spPr>
          <a:xfrm>
            <a:off x="777240" y="5029200"/>
            <a:ext cx="1599480" cy="383400"/>
          </a:xfrm>
          <a:prstGeom prst="roundRect">
            <a:avLst>
              <a:gd name="adj" fmla="val 50000"/>
            </a:avLst>
          </a:prstGeom>
          <a:solidFill>
            <a:schemeClr val="accent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309" name="Text 26"/>
          <p:cNvSpPr/>
          <p:nvPr/>
        </p:nvSpPr>
        <p:spPr>
          <a:xfrm>
            <a:off x="777240" y="5029200"/>
            <a:ext cx="159948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0" strike="noStrike" spc="-1">
                <a:solidFill>
                  <a:schemeClr val="dk1"/>
                </a:solidFill>
                <a:latin typeface="Courier New"/>
                <a:ea typeface="Courier New"/>
              </a:rPr>
              <a:t>buscarPorId</a:t>
            </a:r>
            <a:endParaRPr lang="en-US" sz="1100" b="0" strike="noStrike" spc="-1">
              <a:solidFill>
                <a:srgbClr val="000000"/>
              </a:solidFill>
              <a:latin typeface="Arial"/>
            </a:endParaRPr>
          </a:p>
        </p:txBody>
      </p:sp>
      <p:sp>
        <p:nvSpPr>
          <p:cNvPr id="310" name="Shape 27"/>
          <p:cNvSpPr/>
          <p:nvPr/>
        </p:nvSpPr>
        <p:spPr>
          <a:xfrm>
            <a:off x="2468880" y="5029200"/>
            <a:ext cx="1599480" cy="383400"/>
          </a:xfrm>
          <a:prstGeom prst="roundRect">
            <a:avLst>
              <a:gd name="adj" fmla="val 50000"/>
            </a:avLst>
          </a:prstGeom>
          <a:solidFill>
            <a:schemeClr val="accent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311" name="Text 28"/>
          <p:cNvSpPr/>
          <p:nvPr/>
        </p:nvSpPr>
        <p:spPr>
          <a:xfrm>
            <a:off x="2468880" y="5029200"/>
            <a:ext cx="159948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0" strike="noStrike" spc="-1">
                <a:solidFill>
                  <a:schemeClr val="dk1"/>
                </a:solidFill>
                <a:latin typeface="Courier New"/>
                <a:ea typeface="Courier New"/>
              </a:rPr>
              <a:t>mostrarProductos</a:t>
            </a:r>
            <a:endParaRPr lang="en-US" sz="1100" b="0" strike="noStrike" spc="-1">
              <a:solidFill>
                <a:srgbClr val="000000"/>
              </a:solidFill>
              <a:latin typeface="Arial"/>
            </a:endParaRPr>
          </a:p>
        </p:txBody>
      </p:sp>
      <p:sp>
        <p:nvSpPr>
          <p:cNvPr id="312" name="Shape 29"/>
          <p:cNvSpPr/>
          <p:nvPr/>
        </p:nvSpPr>
        <p:spPr>
          <a:xfrm>
            <a:off x="4160520" y="5029200"/>
            <a:ext cx="1599480" cy="383400"/>
          </a:xfrm>
          <a:prstGeom prst="roundRect">
            <a:avLst>
              <a:gd name="adj" fmla="val 50000"/>
            </a:avLst>
          </a:prstGeom>
          <a:solidFill>
            <a:schemeClr val="accent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313" name="Text 30"/>
          <p:cNvSpPr/>
          <p:nvPr/>
        </p:nvSpPr>
        <p:spPr>
          <a:xfrm>
            <a:off x="4160520" y="5029200"/>
            <a:ext cx="159948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0" strike="noStrike" spc="-1">
                <a:solidFill>
                  <a:schemeClr val="dk1"/>
                </a:solidFill>
                <a:latin typeface="Courier New"/>
                <a:ea typeface="Courier New"/>
              </a:rPr>
              <a:t>validar...</a:t>
            </a:r>
            <a:endParaRPr lang="en-US" sz="1100" b="0" strike="noStrike" spc="-1">
              <a:solidFill>
                <a:srgbClr val="000000"/>
              </a:solidFill>
              <a:latin typeface="Arial"/>
            </a:endParaRPr>
          </a:p>
        </p:txBody>
      </p:sp>
      <p:sp>
        <p:nvSpPr>
          <p:cNvPr id="314" name="Text 31"/>
          <p:cNvSpPr/>
          <p:nvPr/>
        </p:nvSpPr>
        <p:spPr>
          <a:xfrm>
            <a:off x="777240" y="5486400"/>
            <a:ext cx="5028480" cy="410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strike="noStrike" spc="-1">
                <a:solidFill>
                  <a:schemeClr val="dk2"/>
                </a:solidFill>
                <a:latin typeface="Calibri"/>
              </a:rPr>
              <a:t>agregar y pedirAgregar guardan productos; los validar revisan lo que escribe el usuario.</a:t>
            </a:r>
            <a:endParaRPr lang="en-US" sz="1200" b="0" strike="noStrike" spc="-1">
              <a:solidFill>
                <a:srgbClr val="000000"/>
              </a:solidFill>
              <a:latin typeface="Arial"/>
            </a:endParaRPr>
          </a:p>
        </p:txBody>
      </p:sp>
      <p:sp>
        <p:nvSpPr>
          <p:cNvPr id="315" name="Shape 32"/>
          <p:cNvSpPr/>
          <p:nvPr/>
        </p:nvSpPr>
        <p:spPr>
          <a:xfrm>
            <a:off x="6400800" y="1554480"/>
            <a:ext cx="5238720" cy="1782360"/>
          </a:xfrm>
          <a:prstGeom prst="roundRect">
            <a:avLst>
              <a:gd name="adj" fmla="val 6154"/>
            </a:avLst>
          </a:prstGeom>
          <a:solidFill>
            <a:schemeClr val="tx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316" name="Text 33"/>
          <p:cNvSpPr/>
          <p:nvPr/>
        </p:nvSpPr>
        <p:spPr>
          <a:xfrm>
            <a:off x="6629400" y="1700640"/>
            <a:ext cx="478152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1" strike="noStrike" spc="-1">
                <a:solidFill>
                  <a:schemeClr val="accent2"/>
                </a:solidFill>
                <a:latin typeface="Calibri"/>
              </a:rPr>
              <a:t>GestorTechMarket.java</a:t>
            </a:r>
            <a:endParaRPr lang="en-US" sz="1100" b="0" strike="noStrike" spc="-1">
              <a:solidFill>
                <a:srgbClr val="000000"/>
              </a:solidFill>
              <a:latin typeface="Arial"/>
            </a:endParaRPr>
          </a:p>
        </p:txBody>
      </p:sp>
      <p:sp>
        <p:nvSpPr>
          <p:cNvPr id="317" name="Text 34"/>
          <p:cNvSpPr/>
          <p:nvPr/>
        </p:nvSpPr>
        <p:spPr>
          <a:xfrm>
            <a:off x="6629400" y="2057400"/>
            <a:ext cx="4872960" cy="1096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strike="noStrike" spc="-1">
                <a:solidFill>
                  <a:schemeClr val="lt1"/>
                </a:solidFill>
                <a:latin typeface="Courier New"/>
                <a:ea typeface="Courier New"/>
              </a:rPr>
              <a:t>public class GestorTechMarket {</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    private ArrayList&lt;Producto&gt; productos;</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 </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    public GestorTechMarket() {</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        this.productos = new ArrayList&lt;&gt;();</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    }</a:t>
            </a:r>
            <a:endParaRPr lang="en-US" sz="1100" b="0" strike="noStrike" spc="-1">
              <a:solidFill>
                <a:srgbClr val="000000"/>
              </a:solidFill>
              <a:latin typeface="Arial"/>
            </a:endParaRPr>
          </a:p>
        </p:txBody>
      </p:sp>
      <p:sp>
        <p:nvSpPr>
          <p:cNvPr id="318" name="Text 35"/>
          <p:cNvSpPr/>
          <p:nvPr/>
        </p:nvSpPr>
        <p:spPr>
          <a:xfrm>
            <a:off x="6400800" y="3566160"/>
            <a:ext cx="521136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00" b="1" strike="noStrike" spc="-1">
                <a:solidFill>
                  <a:schemeClr val="accent1"/>
                </a:solidFill>
                <a:latin typeface="Calibri"/>
              </a:rPr>
              <a:t>Todas siguen el mismo camino</a:t>
            </a:r>
            <a:endParaRPr lang="en-US" sz="1600" b="0" strike="noStrike" spc="-1">
              <a:solidFill>
                <a:srgbClr val="000000"/>
              </a:solidFill>
              <a:latin typeface="Arial"/>
            </a:endParaRPr>
          </a:p>
        </p:txBody>
      </p:sp>
      <p:sp>
        <p:nvSpPr>
          <p:cNvPr id="319" name="Shape 36"/>
          <p:cNvSpPr/>
          <p:nvPr/>
        </p:nvSpPr>
        <p:spPr>
          <a:xfrm>
            <a:off x="6400800" y="3977640"/>
            <a:ext cx="5238720" cy="547920"/>
          </a:xfrm>
          <a:prstGeom prst="roundRect">
            <a:avLst>
              <a:gd name="adj" fmla="val 20000"/>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320" name="Shape 37"/>
          <p:cNvSpPr/>
          <p:nvPr/>
        </p:nvSpPr>
        <p:spPr>
          <a:xfrm>
            <a:off x="6537960" y="4069080"/>
            <a:ext cx="365040" cy="3650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321" name="Text 38"/>
          <p:cNvSpPr/>
          <p:nvPr/>
        </p:nvSpPr>
        <p:spPr>
          <a:xfrm>
            <a:off x="6537960" y="4069080"/>
            <a:ext cx="36504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chemeClr val="lt1"/>
                </a:solidFill>
                <a:latin typeface="Calibri"/>
              </a:rPr>
              <a:t>1</a:t>
            </a:r>
            <a:endParaRPr lang="en-US" sz="1400" b="0" strike="noStrike" spc="-1">
              <a:solidFill>
                <a:srgbClr val="000000"/>
              </a:solidFill>
              <a:latin typeface="Arial"/>
            </a:endParaRPr>
          </a:p>
        </p:txBody>
      </p:sp>
      <p:sp>
        <p:nvSpPr>
          <p:cNvPr id="322" name="Text 39"/>
          <p:cNvSpPr/>
          <p:nvPr/>
        </p:nvSpPr>
        <p:spPr>
          <a:xfrm>
            <a:off x="7086600" y="3977640"/>
            <a:ext cx="4479840" cy="54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chemeClr val="dk1"/>
                </a:solidFill>
                <a:latin typeface="Calibri"/>
              </a:rPr>
              <a:t>Validan: ¿hay productos? ¿datos correctos?</a:t>
            </a:r>
            <a:endParaRPr lang="en-US" sz="1400" b="0" strike="noStrike" spc="-1">
              <a:solidFill>
                <a:srgbClr val="000000"/>
              </a:solidFill>
              <a:latin typeface="Arial"/>
            </a:endParaRPr>
          </a:p>
        </p:txBody>
      </p:sp>
      <p:sp>
        <p:nvSpPr>
          <p:cNvPr id="323" name="Shape 40"/>
          <p:cNvSpPr/>
          <p:nvPr/>
        </p:nvSpPr>
        <p:spPr>
          <a:xfrm>
            <a:off x="6400800" y="4636080"/>
            <a:ext cx="5238720" cy="547920"/>
          </a:xfrm>
          <a:prstGeom prst="roundRect">
            <a:avLst>
              <a:gd name="adj" fmla="val 20000"/>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324" name="Shape 41"/>
          <p:cNvSpPr/>
          <p:nvPr/>
        </p:nvSpPr>
        <p:spPr>
          <a:xfrm>
            <a:off x="6537960" y="4727520"/>
            <a:ext cx="365040" cy="3650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325" name="Text 42"/>
          <p:cNvSpPr/>
          <p:nvPr/>
        </p:nvSpPr>
        <p:spPr>
          <a:xfrm>
            <a:off x="6537960" y="4727520"/>
            <a:ext cx="36504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chemeClr val="lt1"/>
                </a:solidFill>
                <a:latin typeface="Calibri"/>
              </a:rPr>
              <a:t>2</a:t>
            </a:r>
            <a:endParaRPr lang="en-US" sz="1400" b="0" strike="noStrike" spc="-1">
              <a:solidFill>
                <a:srgbClr val="000000"/>
              </a:solidFill>
              <a:latin typeface="Arial"/>
            </a:endParaRPr>
          </a:p>
        </p:txBody>
      </p:sp>
      <p:sp>
        <p:nvSpPr>
          <p:cNvPr id="326" name="Text 43"/>
          <p:cNvSpPr/>
          <p:nvPr/>
        </p:nvSpPr>
        <p:spPr>
          <a:xfrm>
            <a:off x="7086600" y="4636080"/>
            <a:ext cx="4479840" cy="54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chemeClr val="dk1"/>
                </a:solidFill>
                <a:latin typeface="Calibri"/>
              </a:rPr>
              <a:t>Recorren la lista producto por producto (O(n))</a:t>
            </a:r>
            <a:endParaRPr lang="en-US" sz="1400" b="0" strike="noStrike" spc="-1">
              <a:solidFill>
                <a:srgbClr val="000000"/>
              </a:solidFill>
              <a:latin typeface="Arial"/>
            </a:endParaRPr>
          </a:p>
        </p:txBody>
      </p:sp>
      <p:sp>
        <p:nvSpPr>
          <p:cNvPr id="327" name="Shape 44"/>
          <p:cNvSpPr/>
          <p:nvPr/>
        </p:nvSpPr>
        <p:spPr>
          <a:xfrm>
            <a:off x="6400800" y="5294520"/>
            <a:ext cx="5238720" cy="547920"/>
          </a:xfrm>
          <a:prstGeom prst="roundRect">
            <a:avLst>
              <a:gd name="adj" fmla="val 20000"/>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328" name="Shape 45"/>
          <p:cNvSpPr/>
          <p:nvPr/>
        </p:nvSpPr>
        <p:spPr>
          <a:xfrm>
            <a:off x="6537960" y="5385960"/>
            <a:ext cx="365040" cy="3650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329" name="Text 46"/>
          <p:cNvSpPr/>
          <p:nvPr/>
        </p:nvSpPr>
        <p:spPr>
          <a:xfrm>
            <a:off x="6537960" y="5385960"/>
            <a:ext cx="36504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chemeClr val="lt1"/>
                </a:solidFill>
                <a:latin typeface="Calibri"/>
              </a:rPr>
              <a:t>3</a:t>
            </a:r>
            <a:endParaRPr lang="en-US" sz="1400" b="0" strike="noStrike" spc="-1">
              <a:solidFill>
                <a:srgbClr val="000000"/>
              </a:solidFill>
              <a:latin typeface="Arial"/>
            </a:endParaRPr>
          </a:p>
        </p:txBody>
      </p:sp>
      <p:sp>
        <p:nvSpPr>
          <p:cNvPr id="330" name="Text 47"/>
          <p:cNvSpPr/>
          <p:nvPr/>
        </p:nvSpPr>
        <p:spPr>
          <a:xfrm>
            <a:off x="7086600" y="5294520"/>
            <a:ext cx="4479840" cy="54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chemeClr val="dk1"/>
                </a:solidFill>
                <a:latin typeface="Calibri"/>
              </a:rPr>
              <a:t>Muestran el resultado, o un ERROR</a:t>
            </a:r>
            <a:endParaRPr lang="en-US" sz="1400" b="0" strike="noStrike" spc="-1">
              <a:solidFill>
                <a:srgbClr val="000000"/>
              </a:solidFill>
              <a:latin typeface="Arial"/>
            </a:endParaRPr>
          </a:p>
        </p:txBody>
      </p:sp>
      <p:sp>
        <p:nvSpPr>
          <p:cNvPr id="331" name="PlaceHolder 2"/>
          <p:cNvSpPr>
            <a:spLocks noGrp="1"/>
          </p:cNvSpPr>
          <p:nvPr>
            <p:ph type="sldNum" idx="11"/>
          </p:nvPr>
        </p:nvSpPr>
        <p:spPr>
          <a:xfrm>
            <a:off x="11247120" y="6309360"/>
            <a:ext cx="392400" cy="27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000" b="0" strike="noStrike" spc="-1">
                <a:solidFill>
                  <a:srgbClr val="7A7FA8"/>
                </a:solidFill>
                <a:latin typeface="Calibri"/>
              </a:defRPr>
            </a:lvl1pPr>
          </a:lstStyle>
          <a:p>
            <a:pPr indent="0" defTabSz="914400">
              <a:lnSpc>
                <a:spcPct val="100000"/>
              </a:lnSpc>
              <a:buNone/>
              <a:tabLst>
                <a:tab pos="0" algn="l"/>
              </a:tabLst>
            </a:pPr>
            <a:fld id="{7ED2DF1C-820B-4A81-95E5-C149D5B7A574}" type="slidenum">
              <a:rPr lang="en-US" sz="1000" b="0" strike="noStrike" spc="-1">
                <a:solidFill>
                  <a:srgbClr val="7A7FA8"/>
                </a:solidFill>
                <a:latin typeface="Calibri"/>
              </a:rPr>
              <a:t>8</a:t>
            </a:fld>
            <a:endParaRPr lang="en-US" sz="100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p15="http://schemas.microsoft.com/office/powerpoint/2012/main"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 name="Text 0"/>
          <p:cNvSpPr/>
          <p:nvPr/>
        </p:nvSpPr>
        <p:spPr>
          <a:xfrm>
            <a:off x="548640" y="274320"/>
            <a:ext cx="45712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97">
                <a:solidFill>
                  <a:schemeClr val="accent1"/>
                </a:solidFill>
                <a:latin typeface="Calibri"/>
              </a:rPr>
              <a:t>3 · LA IMPLEMENTACIÓN</a:t>
            </a:r>
            <a:endParaRPr lang="en-US" sz="1200" b="0" strike="noStrike" spc="-1">
              <a:solidFill>
                <a:srgbClr val="000000"/>
              </a:solidFill>
              <a:latin typeface="Arial"/>
            </a:endParaRPr>
          </a:p>
        </p:txBody>
      </p:sp>
      <p:sp>
        <p:nvSpPr>
          <p:cNvPr id="333" name="Shape 1"/>
          <p:cNvSpPr/>
          <p:nvPr/>
        </p:nvSpPr>
        <p:spPr>
          <a:xfrm>
            <a:off x="1042416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334" name="Shape 2"/>
          <p:cNvSpPr/>
          <p:nvPr/>
        </p:nvSpPr>
        <p:spPr>
          <a:xfrm>
            <a:off x="1066176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335" name="Shape 3"/>
          <p:cNvSpPr/>
          <p:nvPr/>
        </p:nvSpPr>
        <p:spPr>
          <a:xfrm>
            <a:off x="10899720" y="329040"/>
            <a:ext cx="127440" cy="1274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336" name="Shape 4"/>
          <p:cNvSpPr/>
          <p:nvPr/>
        </p:nvSpPr>
        <p:spPr>
          <a:xfrm>
            <a:off x="1113732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337" name="Shape 5"/>
          <p:cNvSpPr/>
          <p:nvPr/>
        </p:nvSpPr>
        <p:spPr>
          <a:xfrm>
            <a:off x="1137528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338" name="PlaceHolder 1"/>
          <p:cNvSpPr>
            <a:spLocks noGrp="1"/>
          </p:cNvSpPr>
          <p:nvPr>
            <p:ph type="title"/>
          </p:nvPr>
        </p:nvSpPr>
        <p:spPr>
          <a:xfrm>
            <a:off x="548640" y="567000"/>
            <a:ext cx="8777520" cy="730800"/>
          </a:xfrm>
          <a:prstGeom prst="rect">
            <a:avLst/>
          </a:prstGeom>
          <a:noFill/>
          <a:ln w="0">
            <a:noFill/>
          </a:ln>
        </p:spPr>
        <p:txBody>
          <a:bodyPr lIns="0" tIns="0" rIns="0" bIns="0" anchor="ctr">
            <a:noAutofit/>
          </a:bodyPr>
          <a:lstStyle/>
          <a:p>
            <a:pPr indent="0" defTabSz="914400">
              <a:lnSpc>
                <a:spcPct val="100000"/>
              </a:lnSpc>
              <a:buNone/>
              <a:tabLst>
                <a:tab pos="0" algn="l"/>
              </a:tabLst>
            </a:pPr>
            <a:r>
              <a:rPr lang="en-US" sz="3400" b="1" strike="noStrike" spc="-1">
                <a:solidFill>
                  <a:schemeClr val="dk1"/>
                </a:solidFill>
                <a:latin typeface="Cambria"/>
              </a:rPr>
              <a:t>Filtrar por precio</a:t>
            </a:r>
            <a:endParaRPr lang="en-US" sz="3400" b="0" strike="noStrike" spc="-1">
              <a:solidFill>
                <a:schemeClr val="dk1"/>
              </a:solidFill>
              <a:latin typeface="Calibri"/>
            </a:endParaRPr>
          </a:p>
        </p:txBody>
      </p:sp>
      <p:sp>
        <p:nvSpPr>
          <p:cNvPr id="339" name="Shape 7"/>
          <p:cNvSpPr/>
          <p:nvPr/>
        </p:nvSpPr>
        <p:spPr>
          <a:xfrm>
            <a:off x="548640" y="6163200"/>
            <a:ext cx="3899160" cy="365040"/>
          </a:xfrm>
          <a:prstGeom prst="roundRect">
            <a:avLst>
              <a:gd name="adj" fmla="val 50000"/>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340" name="Text 8"/>
          <p:cNvSpPr/>
          <p:nvPr/>
        </p:nvSpPr>
        <p:spPr>
          <a:xfrm>
            <a:off x="731520" y="6163200"/>
            <a:ext cx="362484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chemeClr val="accent1"/>
                </a:solidFill>
                <a:latin typeface="Calibri"/>
              </a:rPr>
              <a:t>→  Siguiente: el descuento por marca</a:t>
            </a:r>
            <a:endParaRPr lang="en-US" sz="1300" b="0" strike="noStrike" spc="-1">
              <a:solidFill>
                <a:srgbClr val="000000"/>
              </a:solidFill>
              <a:latin typeface="Arial"/>
            </a:endParaRPr>
          </a:p>
        </p:txBody>
      </p:sp>
      <p:sp>
        <p:nvSpPr>
          <p:cNvPr id="341" name="Shape 9"/>
          <p:cNvSpPr/>
          <p:nvPr/>
        </p:nvSpPr>
        <p:spPr>
          <a:xfrm>
            <a:off x="9509760" y="749880"/>
            <a:ext cx="2129760" cy="365040"/>
          </a:xfrm>
          <a:prstGeom prst="roundRect">
            <a:avLst>
              <a:gd name="adj" fmla="val 50000"/>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342" name="Text 10"/>
          <p:cNvSpPr/>
          <p:nvPr/>
        </p:nvSpPr>
        <p:spPr>
          <a:xfrm>
            <a:off x="9509760" y="749880"/>
            <a:ext cx="212976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chemeClr val="dk1"/>
                </a:solidFill>
                <a:latin typeface="Calibri"/>
              </a:rPr>
              <a:t>Funcionalidad 1 de 5</a:t>
            </a:r>
            <a:endParaRPr lang="en-US" sz="1200" b="0" strike="noStrike" spc="-1">
              <a:solidFill>
                <a:srgbClr val="000000"/>
              </a:solidFill>
              <a:latin typeface="Arial"/>
            </a:endParaRPr>
          </a:p>
        </p:txBody>
      </p:sp>
      <p:sp>
        <p:nvSpPr>
          <p:cNvPr id="343" name="Text 11"/>
          <p:cNvSpPr/>
          <p:nvPr/>
        </p:nvSpPr>
        <p:spPr>
          <a:xfrm>
            <a:off x="548640" y="1325880"/>
            <a:ext cx="73144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strike="noStrike" spc="-1">
                <a:solidFill>
                  <a:schemeClr val="accent1"/>
                </a:solidFill>
                <a:latin typeface="Courier New"/>
                <a:ea typeface="Courier New"/>
              </a:rPr>
              <a:t>filtrarPorRangoPrecio(precioMin, precioMax)</a:t>
            </a:r>
            <a:endParaRPr lang="en-US" sz="1400" b="0" strike="noStrike" spc="-1">
              <a:solidFill>
                <a:srgbClr val="000000"/>
              </a:solidFill>
              <a:latin typeface="Arial"/>
            </a:endParaRPr>
          </a:p>
        </p:txBody>
      </p:sp>
      <p:sp>
        <p:nvSpPr>
          <p:cNvPr id="344" name="Text 12"/>
          <p:cNvSpPr/>
          <p:nvPr/>
        </p:nvSpPr>
        <p:spPr>
          <a:xfrm>
            <a:off x="548640" y="1828800"/>
            <a:ext cx="475416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strike="noStrike" spc="-1">
                <a:solidFill>
                  <a:schemeClr val="dk1"/>
                </a:solidFill>
                <a:latin typeface="Calibri"/>
              </a:rPr>
              <a:t>Rango pedido: de 50 a 200</a:t>
            </a:r>
            <a:endParaRPr lang="en-US" sz="1400" b="0" strike="noStrike" spc="-1">
              <a:solidFill>
                <a:srgbClr val="000000"/>
              </a:solidFill>
              <a:latin typeface="Arial"/>
            </a:endParaRPr>
          </a:p>
        </p:txBody>
      </p:sp>
      <p:sp>
        <p:nvSpPr>
          <p:cNvPr id="345" name="Shape 13"/>
          <p:cNvSpPr/>
          <p:nvPr/>
        </p:nvSpPr>
        <p:spPr>
          <a:xfrm>
            <a:off x="548640" y="2194560"/>
            <a:ext cx="4754160" cy="566280"/>
          </a:xfrm>
          <a:prstGeom prst="roundRect">
            <a:avLst>
              <a:gd name="adj" fmla="val 19355"/>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346" name="Text 14"/>
          <p:cNvSpPr/>
          <p:nvPr/>
        </p:nvSpPr>
        <p:spPr>
          <a:xfrm>
            <a:off x="731520" y="2194560"/>
            <a:ext cx="18280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chemeClr val="dk1"/>
                </a:solidFill>
                <a:latin typeface="Calibri"/>
              </a:rPr>
              <a:t>Laptop Gaming</a:t>
            </a:r>
            <a:endParaRPr lang="en-US" sz="1400" b="0" strike="noStrike" spc="-1">
              <a:solidFill>
                <a:srgbClr val="000000"/>
              </a:solidFill>
              <a:latin typeface="Arial"/>
            </a:endParaRPr>
          </a:p>
        </p:txBody>
      </p:sp>
      <p:sp>
        <p:nvSpPr>
          <p:cNvPr id="347" name="Text 15"/>
          <p:cNvSpPr/>
          <p:nvPr/>
        </p:nvSpPr>
        <p:spPr>
          <a:xfrm>
            <a:off x="2514600" y="2194560"/>
            <a:ext cx="13708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chemeClr val="dk2"/>
                </a:solidFill>
                <a:latin typeface="Calibri"/>
              </a:rPr>
              <a:t>1200.0</a:t>
            </a:r>
            <a:endParaRPr lang="en-US" sz="1400" b="0" strike="noStrike" spc="-1">
              <a:solidFill>
                <a:srgbClr val="000000"/>
              </a:solidFill>
              <a:latin typeface="Arial"/>
            </a:endParaRPr>
          </a:p>
        </p:txBody>
      </p:sp>
      <p:sp>
        <p:nvSpPr>
          <p:cNvPr id="348" name="Shape 16"/>
          <p:cNvSpPr/>
          <p:nvPr/>
        </p:nvSpPr>
        <p:spPr>
          <a:xfrm>
            <a:off x="3931920" y="2313360"/>
            <a:ext cx="1279440" cy="328320"/>
          </a:xfrm>
          <a:prstGeom prst="roundRect">
            <a:avLst>
              <a:gd name="adj" fmla="val 50000"/>
            </a:avLst>
          </a:prstGeom>
          <a:solidFill>
            <a:schemeClr val="accent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349" name="Text 17"/>
          <p:cNvSpPr/>
          <p:nvPr/>
        </p:nvSpPr>
        <p:spPr>
          <a:xfrm>
            <a:off x="3931920" y="2313360"/>
            <a:ext cx="127944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chemeClr val="dk1"/>
                </a:solidFill>
                <a:latin typeface="Calibri"/>
              </a:rPr>
              <a:t>Fuera</a:t>
            </a:r>
            <a:endParaRPr lang="en-US" sz="1100" b="0" strike="noStrike" spc="-1">
              <a:solidFill>
                <a:srgbClr val="000000"/>
              </a:solidFill>
              <a:latin typeface="Arial"/>
            </a:endParaRPr>
          </a:p>
        </p:txBody>
      </p:sp>
      <p:sp>
        <p:nvSpPr>
          <p:cNvPr id="350" name="Shape 18"/>
          <p:cNvSpPr/>
          <p:nvPr/>
        </p:nvSpPr>
        <p:spPr>
          <a:xfrm>
            <a:off x="548640" y="2871360"/>
            <a:ext cx="4754160" cy="566280"/>
          </a:xfrm>
          <a:prstGeom prst="roundRect">
            <a:avLst>
              <a:gd name="adj" fmla="val 19355"/>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351" name="Text 19"/>
          <p:cNvSpPr/>
          <p:nvPr/>
        </p:nvSpPr>
        <p:spPr>
          <a:xfrm>
            <a:off x="731520" y="2871360"/>
            <a:ext cx="18280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chemeClr val="dk1"/>
                </a:solidFill>
                <a:latin typeface="Calibri"/>
              </a:rPr>
              <a:t>Mouse Inalámbrico</a:t>
            </a:r>
            <a:endParaRPr lang="en-US" sz="1400" b="0" strike="noStrike" spc="-1">
              <a:solidFill>
                <a:srgbClr val="000000"/>
              </a:solidFill>
              <a:latin typeface="Arial"/>
            </a:endParaRPr>
          </a:p>
        </p:txBody>
      </p:sp>
      <p:sp>
        <p:nvSpPr>
          <p:cNvPr id="352" name="Text 20"/>
          <p:cNvSpPr/>
          <p:nvPr/>
        </p:nvSpPr>
        <p:spPr>
          <a:xfrm>
            <a:off x="2514600" y="2871360"/>
            <a:ext cx="13708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chemeClr val="dk2"/>
                </a:solidFill>
                <a:latin typeface="Calibri"/>
              </a:rPr>
              <a:t>25.0</a:t>
            </a:r>
            <a:endParaRPr lang="en-US" sz="1400" b="0" strike="noStrike" spc="-1">
              <a:solidFill>
                <a:srgbClr val="000000"/>
              </a:solidFill>
              <a:latin typeface="Arial"/>
            </a:endParaRPr>
          </a:p>
        </p:txBody>
      </p:sp>
      <p:sp>
        <p:nvSpPr>
          <p:cNvPr id="353" name="Shape 21"/>
          <p:cNvSpPr/>
          <p:nvPr/>
        </p:nvSpPr>
        <p:spPr>
          <a:xfrm>
            <a:off x="3931920" y="2990160"/>
            <a:ext cx="1279440" cy="328320"/>
          </a:xfrm>
          <a:prstGeom prst="roundRect">
            <a:avLst>
              <a:gd name="adj" fmla="val 50000"/>
            </a:avLst>
          </a:prstGeom>
          <a:solidFill>
            <a:schemeClr val="accent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354" name="Text 22"/>
          <p:cNvSpPr/>
          <p:nvPr/>
        </p:nvSpPr>
        <p:spPr>
          <a:xfrm>
            <a:off x="3931920" y="2990160"/>
            <a:ext cx="127944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chemeClr val="dk1"/>
                </a:solidFill>
                <a:latin typeface="Calibri"/>
              </a:rPr>
              <a:t>Fuera</a:t>
            </a:r>
            <a:endParaRPr lang="en-US" sz="1100" b="0" strike="noStrike" spc="-1">
              <a:solidFill>
                <a:srgbClr val="000000"/>
              </a:solidFill>
              <a:latin typeface="Arial"/>
            </a:endParaRPr>
          </a:p>
        </p:txBody>
      </p:sp>
      <p:sp>
        <p:nvSpPr>
          <p:cNvPr id="355" name="Shape 23"/>
          <p:cNvSpPr/>
          <p:nvPr/>
        </p:nvSpPr>
        <p:spPr>
          <a:xfrm>
            <a:off x="548640" y="3547800"/>
            <a:ext cx="4754160" cy="566280"/>
          </a:xfrm>
          <a:prstGeom prst="roundRect">
            <a:avLst>
              <a:gd name="adj" fmla="val 19355"/>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356" name="Text 24"/>
          <p:cNvSpPr/>
          <p:nvPr/>
        </p:nvSpPr>
        <p:spPr>
          <a:xfrm>
            <a:off x="731520" y="3547800"/>
            <a:ext cx="18280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chemeClr val="dk1"/>
                </a:solidFill>
                <a:latin typeface="Calibri"/>
              </a:rPr>
              <a:t>Teclado Mecánico</a:t>
            </a:r>
            <a:endParaRPr lang="en-US" sz="1400" b="0" strike="noStrike" spc="-1">
              <a:solidFill>
                <a:srgbClr val="000000"/>
              </a:solidFill>
              <a:latin typeface="Arial"/>
            </a:endParaRPr>
          </a:p>
        </p:txBody>
      </p:sp>
      <p:sp>
        <p:nvSpPr>
          <p:cNvPr id="357" name="Text 25"/>
          <p:cNvSpPr/>
          <p:nvPr/>
        </p:nvSpPr>
        <p:spPr>
          <a:xfrm>
            <a:off x="2514600" y="3547800"/>
            <a:ext cx="13708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chemeClr val="dk2"/>
                </a:solidFill>
                <a:latin typeface="Calibri"/>
              </a:rPr>
              <a:t>80.0</a:t>
            </a:r>
            <a:endParaRPr lang="en-US" sz="1400" b="0" strike="noStrike" spc="-1">
              <a:solidFill>
                <a:srgbClr val="000000"/>
              </a:solidFill>
              <a:latin typeface="Arial"/>
            </a:endParaRPr>
          </a:p>
        </p:txBody>
      </p:sp>
      <p:sp>
        <p:nvSpPr>
          <p:cNvPr id="358" name="Shape 26"/>
          <p:cNvSpPr/>
          <p:nvPr/>
        </p:nvSpPr>
        <p:spPr>
          <a:xfrm>
            <a:off x="3931920" y="3666600"/>
            <a:ext cx="1279440" cy="328320"/>
          </a:xfrm>
          <a:prstGeom prst="roundRect">
            <a:avLst>
              <a:gd name="adj" fmla="val 50000"/>
            </a:avLst>
          </a:prstGeom>
          <a:solidFill>
            <a:schemeClr val="accent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359" name="Text 27"/>
          <p:cNvSpPr/>
          <p:nvPr/>
        </p:nvSpPr>
        <p:spPr>
          <a:xfrm>
            <a:off x="3931920" y="3666600"/>
            <a:ext cx="127944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chemeClr val="dk1"/>
                </a:solidFill>
                <a:latin typeface="Calibri"/>
              </a:rPr>
              <a:t>Entra</a:t>
            </a:r>
            <a:endParaRPr lang="en-US" sz="1100" b="0" strike="noStrike" spc="-1">
              <a:solidFill>
                <a:srgbClr val="000000"/>
              </a:solidFill>
              <a:latin typeface="Arial"/>
            </a:endParaRPr>
          </a:p>
        </p:txBody>
      </p:sp>
      <p:sp>
        <p:nvSpPr>
          <p:cNvPr id="360" name="Shape 28"/>
          <p:cNvSpPr/>
          <p:nvPr/>
        </p:nvSpPr>
        <p:spPr>
          <a:xfrm>
            <a:off x="548640" y="4224600"/>
            <a:ext cx="4754160" cy="566280"/>
          </a:xfrm>
          <a:prstGeom prst="roundRect">
            <a:avLst>
              <a:gd name="adj" fmla="val 19355"/>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361" name="Text 29"/>
          <p:cNvSpPr/>
          <p:nvPr/>
        </p:nvSpPr>
        <p:spPr>
          <a:xfrm>
            <a:off x="731520" y="4224600"/>
            <a:ext cx="18280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chemeClr val="dk1"/>
                </a:solidFill>
                <a:latin typeface="Calibri"/>
              </a:rPr>
              <a:t>Monitor 24"</a:t>
            </a:r>
            <a:endParaRPr lang="en-US" sz="1400" b="0" strike="noStrike" spc="-1">
              <a:solidFill>
                <a:srgbClr val="000000"/>
              </a:solidFill>
              <a:latin typeface="Arial"/>
            </a:endParaRPr>
          </a:p>
        </p:txBody>
      </p:sp>
      <p:sp>
        <p:nvSpPr>
          <p:cNvPr id="362" name="Text 30"/>
          <p:cNvSpPr/>
          <p:nvPr/>
        </p:nvSpPr>
        <p:spPr>
          <a:xfrm>
            <a:off x="2514600" y="4224600"/>
            <a:ext cx="13708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chemeClr val="dk2"/>
                </a:solidFill>
                <a:latin typeface="Calibri"/>
              </a:rPr>
              <a:t>180.0</a:t>
            </a:r>
            <a:endParaRPr lang="en-US" sz="1400" b="0" strike="noStrike" spc="-1">
              <a:solidFill>
                <a:srgbClr val="000000"/>
              </a:solidFill>
              <a:latin typeface="Arial"/>
            </a:endParaRPr>
          </a:p>
        </p:txBody>
      </p:sp>
      <p:sp>
        <p:nvSpPr>
          <p:cNvPr id="363" name="Shape 31"/>
          <p:cNvSpPr/>
          <p:nvPr/>
        </p:nvSpPr>
        <p:spPr>
          <a:xfrm>
            <a:off x="3931920" y="4343400"/>
            <a:ext cx="1279440" cy="328320"/>
          </a:xfrm>
          <a:prstGeom prst="roundRect">
            <a:avLst>
              <a:gd name="adj" fmla="val 50000"/>
            </a:avLst>
          </a:prstGeom>
          <a:solidFill>
            <a:schemeClr val="accent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364" name="Text 32"/>
          <p:cNvSpPr/>
          <p:nvPr/>
        </p:nvSpPr>
        <p:spPr>
          <a:xfrm>
            <a:off x="3931920" y="4343400"/>
            <a:ext cx="127944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chemeClr val="dk1"/>
                </a:solidFill>
                <a:latin typeface="Calibri"/>
              </a:rPr>
              <a:t>Entra</a:t>
            </a:r>
            <a:endParaRPr lang="en-US" sz="1100" b="0" strike="noStrike" spc="-1">
              <a:solidFill>
                <a:srgbClr val="000000"/>
              </a:solidFill>
              <a:latin typeface="Arial"/>
            </a:endParaRPr>
          </a:p>
        </p:txBody>
      </p:sp>
      <p:sp>
        <p:nvSpPr>
          <p:cNvPr id="365" name="Shape 33"/>
          <p:cNvSpPr/>
          <p:nvPr/>
        </p:nvSpPr>
        <p:spPr>
          <a:xfrm>
            <a:off x="548640" y="5029200"/>
            <a:ext cx="4754160" cy="913680"/>
          </a:xfrm>
          <a:prstGeom prst="roundRect">
            <a:avLst>
              <a:gd name="adj" fmla="val 12000"/>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366" name="Text 34"/>
          <p:cNvSpPr/>
          <p:nvPr/>
        </p:nvSpPr>
        <p:spPr>
          <a:xfrm>
            <a:off x="777240" y="5029200"/>
            <a:ext cx="4296960" cy="913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chemeClr val="accent2"/>
                </a:solidFill>
                <a:latin typeface="Calibri"/>
              </a:rPr>
              <a:t>Revisa y guarda en otra lista</a:t>
            </a:r>
            <a:r>
              <a:rPr lang="en-US" sz="1400" b="0" strike="noStrike" spc="-1">
                <a:solidFill>
                  <a:schemeClr val="lt1"/>
                </a:solidFill>
                <a:latin typeface="Calibri"/>
              </a:rPr>
              <a:t>: los que cumplen van a una segunda ArrayList y se muestran. Los extremos también cuentan.</a:t>
            </a:r>
            <a:endParaRPr lang="en-US" sz="1400" b="0" strike="noStrike" spc="-1">
              <a:solidFill>
                <a:srgbClr val="000000"/>
              </a:solidFill>
              <a:latin typeface="Arial"/>
            </a:endParaRPr>
          </a:p>
        </p:txBody>
      </p:sp>
      <p:sp>
        <p:nvSpPr>
          <p:cNvPr id="367" name="Shape 35"/>
          <p:cNvSpPr/>
          <p:nvPr/>
        </p:nvSpPr>
        <p:spPr>
          <a:xfrm>
            <a:off x="5577840" y="1828800"/>
            <a:ext cx="6061680" cy="2453040"/>
          </a:xfrm>
          <a:prstGeom prst="roundRect">
            <a:avLst>
              <a:gd name="adj" fmla="val 4472"/>
            </a:avLst>
          </a:prstGeom>
          <a:solidFill>
            <a:schemeClr val="tx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368" name="Text 36"/>
          <p:cNvSpPr/>
          <p:nvPr/>
        </p:nvSpPr>
        <p:spPr>
          <a:xfrm>
            <a:off x="5806440" y="1974960"/>
            <a:ext cx="560448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1" strike="noStrike" spc="-1">
                <a:solidFill>
                  <a:schemeClr val="accent2"/>
                </a:solidFill>
                <a:latin typeface="Calibri"/>
              </a:rPr>
              <a:t>GestorTechMarket.java</a:t>
            </a:r>
            <a:endParaRPr lang="en-US" sz="1100" b="0" strike="noStrike" spc="-1">
              <a:solidFill>
                <a:srgbClr val="000000"/>
              </a:solidFill>
              <a:latin typeface="Arial"/>
            </a:endParaRPr>
          </a:p>
        </p:txBody>
      </p:sp>
      <p:sp>
        <p:nvSpPr>
          <p:cNvPr id="369" name="Text 37"/>
          <p:cNvSpPr/>
          <p:nvPr/>
        </p:nvSpPr>
        <p:spPr>
          <a:xfrm>
            <a:off x="5806440" y="2331720"/>
            <a:ext cx="5695920" cy="176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strike="noStrike" spc="-1">
                <a:solidFill>
                  <a:schemeClr val="lt1"/>
                </a:solidFill>
                <a:latin typeface="Courier New"/>
                <a:ea typeface="Courier New"/>
              </a:rPr>
              <a:t>if (precioMin &gt; precioMax) {</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   </a:t>
            </a:r>
            <a:r>
              <a:rPr lang="en-US" sz="1100" b="0" strike="noStrike" spc="-1">
                <a:solidFill>
                  <a:schemeClr val="accent6"/>
                </a:solidFill>
                <a:latin typeface="Courier New"/>
                <a:ea typeface="Courier New"/>
              </a:rPr>
              <a:t> // ERROR y return</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ArrayList&lt;String&gt; filtrados = new ArrayList&lt;&gt;();</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for (int i = 0; i &lt; productos.size(); i++) {</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    double precio = productos.get(i).getPrecio();</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accent2"/>
                </a:solidFill>
                <a:latin typeface="Courier New"/>
                <a:ea typeface="Courier New"/>
              </a:rPr>
              <a:t>    if (precio &gt;= precioMin &amp;&amp; precio &lt;= precioMax) {</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accent2"/>
                </a:solidFill>
                <a:latin typeface="Courier New"/>
                <a:ea typeface="Courier New"/>
              </a:rPr>
              <a:t>        filtrados.add(productos.get(i).getNombre());</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    }</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a:t>
            </a:r>
            <a:endParaRPr lang="en-US" sz="1100" b="0" strike="noStrike" spc="-1">
              <a:solidFill>
                <a:srgbClr val="000000"/>
              </a:solidFill>
              <a:latin typeface="Arial"/>
            </a:endParaRPr>
          </a:p>
        </p:txBody>
      </p:sp>
      <p:sp>
        <p:nvSpPr>
          <p:cNvPr id="370" name="Shape 38"/>
          <p:cNvSpPr/>
          <p:nvPr/>
        </p:nvSpPr>
        <p:spPr>
          <a:xfrm>
            <a:off x="5577840" y="4465440"/>
            <a:ext cx="6061680" cy="1050840"/>
          </a:xfrm>
          <a:prstGeom prst="roundRect">
            <a:avLst>
              <a:gd name="adj" fmla="val 10435"/>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371" name="Text 39"/>
          <p:cNvSpPr/>
          <p:nvPr/>
        </p:nvSpPr>
        <p:spPr>
          <a:xfrm>
            <a:off x="5806440" y="4611600"/>
            <a:ext cx="560448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1" strike="noStrike" spc="-1">
                <a:solidFill>
                  <a:schemeClr val="accent2"/>
                </a:solidFill>
                <a:latin typeface="Calibri"/>
              </a:rPr>
              <a:t>▶ Salida del caso de prueba 2</a:t>
            </a:r>
            <a:endParaRPr lang="en-US" sz="1100" b="0" strike="noStrike" spc="-1">
              <a:solidFill>
                <a:srgbClr val="000000"/>
              </a:solidFill>
              <a:latin typeface="Arial"/>
            </a:endParaRPr>
          </a:p>
        </p:txBody>
      </p:sp>
      <p:sp>
        <p:nvSpPr>
          <p:cNvPr id="372" name="Text 40"/>
          <p:cNvSpPr/>
          <p:nvPr/>
        </p:nvSpPr>
        <p:spPr>
          <a:xfrm>
            <a:off x="5806440" y="4968360"/>
            <a:ext cx="5695920" cy="410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strike="noStrike" spc="-1">
                <a:solidFill>
                  <a:schemeClr val="accent3"/>
                </a:solidFill>
                <a:latin typeface="Courier New"/>
                <a:ea typeface="Courier New"/>
              </a:rPr>
              <a:t>1. Teclado Mecánico</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accent3"/>
                </a:solidFill>
                <a:latin typeface="Courier New"/>
                <a:ea typeface="Courier New"/>
              </a:rPr>
              <a:t>2. Monitor 24"</a:t>
            </a:r>
            <a:endParaRPr lang="en-US" sz="1100" b="0" strike="noStrike" spc="-1">
              <a:solidFill>
                <a:srgbClr val="000000"/>
              </a:solidFill>
              <a:latin typeface="Arial"/>
            </a:endParaRPr>
          </a:p>
        </p:txBody>
      </p:sp>
      <p:sp>
        <p:nvSpPr>
          <p:cNvPr id="373" name="PlaceHolder 2"/>
          <p:cNvSpPr>
            <a:spLocks noGrp="1"/>
          </p:cNvSpPr>
          <p:nvPr>
            <p:ph type="sldNum" idx="12"/>
          </p:nvPr>
        </p:nvSpPr>
        <p:spPr>
          <a:xfrm>
            <a:off x="11247120" y="6309360"/>
            <a:ext cx="392400" cy="27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000" b="0" strike="noStrike" spc="-1">
                <a:solidFill>
                  <a:srgbClr val="7A7FA8"/>
                </a:solidFill>
                <a:latin typeface="Calibri"/>
              </a:defRPr>
            </a:lvl1pPr>
          </a:lstStyle>
          <a:p>
            <a:pPr indent="0" defTabSz="914400">
              <a:lnSpc>
                <a:spcPct val="100000"/>
              </a:lnSpc>
              <a:buNone/>
              <a:tabLst>
                <a:tab pos="0" algn="l"/>
              </a:tabLst>
            </a:pPr>
            <a:fld id="{C1E33D33-B940-4E41-8B82-9E5FFB6B5063}" type="slidenum">
              <a:rPr lang="en-US" sz="1000" b="0" strike="noStrike" spc="-1">
                <a:solidFill>
                  <a:srgbClr val="7A7FA8"/>
                </a:solidFill>
                <a:latin typeface="Calibri"/>
              </a:rPr>
              <a:t>9</a:t>
            </a:fld>
            <a:endParaRPr lang="en-US" sz="100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p15="http://schemas.microsoft.com/office/powerpoint/2012/main"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 name="Text 0"/>
          <p:cNvSpPr/>
          <p:nvPr/>
        </p:nvSpPr>
        <p:spPr>
          <a:xfrm>
            <a:off x="548640" y="274320"/>
            <a:ext cx="45712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97">
                <a:solidFill>
                  <a:schemeClr val="accent1"/>
                </a:solidFill>
                <a:latin typeface="Calibri"/>
              </a:rPr>
              <a:t>3 · LA IMPLEMENTACIÓN</a:t>
            </a:r>
            <a:endParaRPr lang="en-US" sz="1200" b="0" strike="noStrike" spc="-1">
              <a:solidFill>
                <a:srgbClr val="000000"/>
              </a:solidFill>
              <a:latin typeface="Arial"/>
            </a:endParaRPr>
          </a:p>
        </p:txBody>
      </p:sp>
      <p:sp>
        <p:nvSpPr>
          <p:cNvPr id="375" name="Shape 1"/>
          <p:cNvSpPr/>
          <p:nvPr/>
        </p:nvSpPr>
        <p:spPr>
          <a:xfrm>
            <a:off x="1042416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376" name="Shape 2"/>
          <p:cNvSpPr/>
          <p:nvPr/>
        </p:nvSpPr>
        <p:spPr>
          <a:xfrm>
            <a:off x="1066176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377" name="Shape 3"/>
          <p:cNvSpPr/>
          <p:nvPr/>
        </p:nvSpPr>
        <p:spPr>
          <a:xfrm>
            <a:off x="10899720" y="329040"/>
            <a:ext cx="127440" cy="1274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378" name="Shape 4"/>
          <p:cNvSpPr/>
          <p:nvPr/>
        </p:nvSpPr>
        <p:spPr>
          <a:xfrm>
            <a:off x="1113732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379" name="Shape 5"/>
          <p:cNvSpPr/>
          <p:nvPr/>
        </p:nvSpPr>
        <p:spPr>
          <a:xfrm>
            <a:off x="1137528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380" name="PlaceHolder 1"/>
          <p:cNvSpPr>
            <a:spLocks noGrp="1"/>
          </p:cNvSpPr>
          <p:nvPr>
            <p:ph type="title"/>
          </p:nvPr>
        </p:nvSpPr>
        <p:spPr>
          <a:xfrm>
            <a:off x="548640" y="567000"/>
            <a:ext cx="8777520" cy="730800"/>
          </a:xfrm>
          <a:prstGeom prst="rect">
            <a:avLst/>
          </a:prstGeom>
          <a:noFill/>
          <a:ln w="0">
            <a:noFill/>
          </a:ln>
        </p:spPr>
        <p:txBody>
          <a:bodyPr lIns="0" tIns="0" rIns="0" bIns="0" anchor="ctr">
            <a:noAutofit/>
          </a:bodyPr>
          <a:lstStyle/>
          <a:p>
            <a:pPr indent="0" defTabSz="914400">
              <a:lnSpc>
                <a:spcPct val="100000"/>
              </a:lnSpc>
              <a:buNone/>
              <a:tabLst>
                <a:tab pos="0" algn="l"/>
              </a:tabLst>
            </a:pPr>
            <a:r>
              <a:rPr lang="en-US" sz="3400" b="1" strike="noStrike" spc="-1">
                <a:solidFill>
                  <a:schemeClr val="dk1"/>
                </a:solidFill>
                <a:latin typeface="Cambria"/>
              </a:rPr>
              <a:t>Descuento por marca</a:t>
            </a:r>
            <a:endParaRPr lang="en-US" sz="3400" b="0" strike="noStrike" spc="-1">
              <a:solidFill>
                <a:schemeClr val="dk1"/>
              </a:solidFill>
              <a:latin typeface="Calibri"/>
            </a:endParaRPr>
          </a:p>
        </p:txBody>
      </p:sp>
      <p:sp>
        <p:nvSpPr>
          <p:cNvPr id="381" name="Shape 7"/>
          <p:cNvSpPr/>
          <p:nvPr/>
        </p:nvSpPr>
        <p:spPr>
          <a:xfrm>
            <a:off x="548640" y="6163200"/>
            <a:ext cx="5531400" cy="365040"/>
          </a:xfrm>
          <a:prstGeom prst="roundRect">
            <a:avLst>
              <a:gd name="adj" fmla="val 50000"/>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382" name="Text 8"/>
          <p:cNvSpPr/>
          <p:nvPr/>
        </p:nvSpPr>
        <p:spPr>
          <a:xfrm>
            <a:off x="731520" y="6163200"/>
            <a:ext cx="525708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chemeClr val="accent1"/>
                </a:solidFill>
                <a:latin typeface="Calibri"/>
              </a:rPr>
              <a:t>→  Con los precios rebajados, ¿cuál es el más barato?</a:t>
            </a:r>
            <a:endParaRPr lang="en-US" sz="1300" b="0" strike="noStrike" spc="-1">
              <a:solidFill>
                <a:srgbClr val="000000"/>
              </a:solidFill>
              <a:latin typeface="Arial"/>
            </a:endParaRPr>
          </a:p>
        </p:txBody>
      </p:sp>
      <p:sp>
        <p:nvSpPr>
          <p:cNvPr id="383" name="Shape 9"/>
          <p:cNvSpPr/>
          <p:nvPr/>
        </p:nvSpPr>
        <p:spPr>
          <a:xfrm>
            <a:off x="9509760" y="749880"/>
            <a:ext cx="2129760" cy="365040"/>
          </a:xfrm>
          <a:prstGeom prst="roundRect">
            <a:avLst>
              <a:gd name="adj" fmla="val 50000"/>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384" name="Text 10"/>
          <p:cNvSpPr/>
          <p:nvPr/>
        </p:nvSpPr>
        <p:spPr>
          <a:xfrm>
            <a:off x="9509760" y="749880"/>
            <a:ext cx="212976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chemeClr val="dk1"/>
                </a:solidFill>
                <a:latin typeface="Calibri"/>
              </a:rPr>
              <a:t>Funcionalidad 2 de 5</a:t>
            </a:r>
            <a:endParaRPr lang="en-US" sz="1200" b="0" strike="noStrike" spc="-1">
              <a:solidFill>
                <a:srgbClr val="000000"/>
              </a:solidFill>
              <a:latin typeface="Arial"/>
            </a:endParaRPr>
          </a:p>
        </p:txBody>
      </p:sp>
      <p:sp>
        <p:nvSpPr>
          <p:cNvPr id="385" name="Text 11"/>
          <p:cNvSpPr/>
          <p:nvPr/>
        </p:nvSpPr>
        <p:spPr>
          <a:xfrm>
            <a:off x="548640" y="1325880"/>
            <a:ext cx="73144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strike="noStrike" spc="-1">
                <a:solidFill>
                  <a:schemeClr val="accent1"/>
                </a:solidFill>
                <a:latin typeface="Courier New"/>
                <a:ea typeface="Courier New"/>
              </a:rPr>
              <a:t>aplicarDescuentoMarca(marca, porcentaje)</a:t>
            </a:r>
            <a:endParaRPr lang="en-US" sz="1400" b="0" strike="noStrike" spc="-1">
              <a:solidFill>
                <a:srgbClr val="000000"/>
              </a:solidFill>
              <a:latin typeface="Arial"/>
            </a:endParaRPr>
          </a:p>
        </p:txBody>
      </p:sp>
      <p:sp>
        <p:nvSpPr>
          <p:cNvPr id="386" name="Text 12"/>
          <p:cNvSpPr/>
          <p:nvPr/>
        </p:nvSpPr>
        <p:spPr>
          <a:xfrm>
            <a:off x="548640" y="1828800"/>
            <a:ext cx="475416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strike="noStrike" spc="-1">
                <a:solidFill>
                  <a:schemeClr val="dk1"/>
                </a:solidFill>
                <a:latin typeface="Calibri"/>
              </a:rPr>
              <a:t>Con 10 % de descuento a ASUS:</a:t>
            </a:r>
            <a:endParaRPr lang="en-US" sz="1400" b="0" strike="noStrike" spc="-1">
              <a:solidFill>
                <a:srgbClr val="000000"/>
              </a:solidFill>
              <a:latin typeface="Arial"/>
            </a:endParaRPr>
          </a:p>
        </p:txBody>
      </p:sp>
      <p:sp>
        <p:nvSpPr>
          <p:cNvPr id="387" name="Shape 13"/>
          <p:cNvSpPr/>
          <p:nvPr/>
        </p:nvSpPr>
        <p:spPr>
          <a:xfrm>
            <a:off x="548640" y="2194560"/>
            <a:ext cx="4754160" cy="566280"/>
          </a:xfrm>
          <a:prstGeom prst="roundRect">
            <a:avLst>
              <a:gd name="adj" fmla="val 19355"/>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388" name="Text 14"/>
          <p:cNvSpPr/>
          <p:nvPr/>
        </p:nvSpPr>
        <p:spPr>
          <a:xfrm>
            <a:off x="731520" y="2194560"/>
            <a:ext cx="18280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chemeClr val="dk1"/>
                </a:solidFill>
                <a:latin typeface="Calibri"/>
              </a:rPr>
              <a:t>Laptop Gaming</a:t>
            </a:r>
            <a:endParaRPr lang="en-US" sz="1400" b="0" strike="noStrike" spc="-1">
              <a:solidFill>
                <a:srgbClr val="000000"/>
              </a:solidFill>
              <a:latin typeface="Arial"/>
            </a:endParaRPr>
          </a:p>
        </p:txBody>
      </p:sp>
      <p:sp>
        <p:nvSpPr>
          <p:cNvPr id="389" name="Text 15"/>
          <p:cNvSpPr/>
          <p:nvPr/>
        </p:nvSpPr>
        <p:spPr>
          <a:xfrm>
            <a:off x="2514600" y="2194560"/>
            <a:ext cx="13708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chemeClr val="dk2"/>
                </a:solidFill>
                <a:latin typeface="Calibri"/>
              </a:rPr>
              <a:t>1200.0 → 1080.0</a:t>
            </a:r>
            <a:endParaRPr lang="en-US" sz="1400" b="0" strike="noStrike" spc="-1">
              <a:solidFill>
                <a:srgbClr val="000000"/>
              </a:solidFill>
              <a:latin typeface="Arial"/>
            </a:endParaRPr>
          </a:p>
        </p:txBody>
      </p:sp>
      <p:sp>
        <p:nvSpPr>
          <p:cNvPr id="390" name="Shape 16"/>
          <p:cNvSpPr/>
          <p:nvPr/>
        </p:nvSpPr>
        <p:spPr>
          <a:xfrm>
            <a:off x="3931920" y="2313360"/>
            <a:ext cx="1279440" cy="328320"/>
          </a:xfrm>
          <a:prstGeom prst="roundRect">
            <a:avLst>
              <a:gd name="adj" fmla="val 50000"/>
            </a:avLst>
          </a:prstGeom>
          <a:solidFill>
            <a:schemeClr val="accent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391" name="Text 17"/>
          <p:cNvSpPr/>
          <p:nvPr/>
        </p:nvSpPr>
        <p:spPr>
          <a:xfrm>
            <a:off x="3931920" y="2313360"/>
            <a:ext cx="127944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chemeClr val="dk1"/>
                </a:solidFill>
                <a:latin typeface="Calibri"/>
              </a:rPr>
              <a:t>Cambia</a:t>
            </a:r>
            <a:endParaRPr lang="en-US" sz="1100" b="0" strike="noStrike" spc="-1">
              <a:solidFill>
                <a:srgbClr val="000000"/>
              </a:solidFill>
              <a:latin typeface="Arial"/>
            </a:endParaRPr>
          </a:p>
        </p:txBody>
      </p:sp>
      <p:sp>
        <p:nvSpPr>
          <p:cNvPr id="392" name="Shape 18"/>
          <p:cNvSpPr/>
          <p:nvPr/>
        </p:nvSpPr>
        <p:spPr>
          <a:xfrm>
            <a:off x="548640" y="2871360"/>
            <a:ext cx="4754160" cy="566280"/>
          </a:xfrm>
          <a:prstGeom prst="roundRect">
            <a:avLst>
              <a:gd name="adj" fmla="val 19355"/>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393" name="Text 19"/>
          <p:cNvSpPr/>
          <p:nvPr/>
        </p:nvSpPr>
        <p:spPr>
          <a:xfrm>
            <a:off x="731520" y="2871360"/>
            <a:ext cx="18280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chemeClr val="dk1"/>
                </a:solidFill>
                <a:latin typeface="Calibri"/>
              </a:rPr>
              <a:t>Mouse Inalámbrico</a:t>
            </a:r>
            <a:endParaRPr lang="en-US" sz="1400" b="0" strike="noStrike" spc="-1">
              <a:solidFill>
                <a:srgbClr val="000000"/>
              </a:solidFill>
              <a:latin typeface="Arial"/>
            </a:endParaRPr>
          </a:p>
        </p:txBody>
      </p:sp>
      <p:sp>
        <p:nvSpPr>
          <p:cNvPr id="394" name="Text 20"/>
          <p:cNvSpPr/>
          <p:nvPr/>
        </p:nvSpPr>
        <p:spPr>
          <a:xfrm>
            <a:off x="2514600" y="2871360"/>
            <a:ext cx="13708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chemeClr val="dk2"/>
                </a:solidFill>
                <a:latin typeface="Calibri"/>
              </a:rPr>
              <a:t>25.0</a:t>
            </a:r>
            <a:endParaRPr lang="en-US" sz="1400" b="0" strike="noStrike" spc="-1">
              <a:solidFill>
                <a:srgbClr val="000000"/>
              </a:solidFill>
              <a:latin typeface="Arial"/>
            </a:endParaRPr>
          </a:p>
        </p:txBody>
      </p:sp>
      <p:sp>
        <p:nvSpPr>
          <p:cNvPr id="395" name="Shape 21"/>
          <p:cNvSpPr/>
          <p:nvPr/>
        </p:nvSpPr>
        <p:spPr>
          <a:xfrm>
            <a:off x="3931920" y="2990160"/>
            <a:ext cx="1279440" cy="328320"/>
          </a:xfrm>
          <a:prstGeom prst="roundRect">
            <a:avLst>
              <a:gd name="adj" fmla="val 50000"/>
            </a:avLst>
          </a:prstGeom>
          <a:solidFill>
            <a:schemeClr val="accent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396" name="Text 22"/>
          <p:cNvSpPr/>
          <p:nvPr/>
        </p:nvSpPr>
        <p:spPr>
          <a:xfrm>
            <a:off x="3931920" y="2990160"/>
            <a:ext cx="127944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chemeClr val="dk1"/>
                </a:solidFill>
                <a:latin typeface="Calibri"/>
              </a:rPr>
              <a:t>Igual</a:t>
            </a:r>
            <a:endParaRPr lang="en-US" sz="1100" b="0" strike="noStrike" spc="-1">
              <a:solidFill>
                <a:srgbClr val="000000"/>
              </a:solidFill>
              <a:latin typeface="Arial"/>
            </a:endParaRPr>
          </a:p>
        </p:txBody>
      </p:sp>
      <p:sp>
        <p:nvSpPr>
          <p:cNvPr id="397" name="Shape 23"/>
          <p:cNvSpPr/>
          <p:nvPr/>
        </p:nvSpPr>
        <p:spPr>
          <a:xfrm>
            <a:off x="548640" y="3547800"/>
            <a:ext cx="4754160" cy="566280"/>
          </a:xfrm>
          <a:prstGeom prst="roundRect">
            <a:avLst>
              <a:gd name="adj" fmla="val 19355"/>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398" name="Text 24"/>
          <p:cNvSpPr/>
          <p:nvPr/>
        </p:nvSpPr>
        <p:spPr>
          <a:xfrm>
            <a:off x="731520" y="3547800"/>
            <a:ext cx="18280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chemeClr val="dk1"/>
                </a:solidFill>
                <a:latin typeface="Calibri"/>
              </a:rPr>
              <a:t>Teclado Mecánico</a:t>
            </a:r>
            <a:endParaRPr lang="en-US" sz="1400" b="0" strike="noStrike" spc="-1">
              <a:solidFill>
                <a:srgbClr val="000000"/>
              </a:solidFill>
              <a:latin typeface="Arial"/>
            </a:endParaRPr>
          </a:p>
        </p:txBody>
      </p:sp>
      <p:sp>
        <p:nvSpPr>
          <p:cNvPr id="399" name="Text 25"/>
          <p:cNvSpPr/>
          <p:nvPr/>
        </p:nvSpPr>
        <p:spPr>
          <a:xfrm>
            <a:off x="2514600" y="3547800"/>
            <a:ext cx="13708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chemeClr val="dk2"/>
                </a:solidFill>
                <a:latin typeface="Calibri"/>
              </a:rPr>
              <a:t>80.0 → 72.0</a:t>
            </a:r>
            <a:endParaRPr lang="en-US" sz="1400" b="0" strike="noStrike" spc="-1">
              <a:solidFill>
                <a:srgbClr val="000000"/>
              </a:solidFill>
              <a:latin typeface="Arial"/>
            </a:endParaRPr>
          </a:p>
        </p:txBody>
      </p:sp>
      <p:sp>
        <p:nvSpPr>
          <p:cNvPr id="400" name="Shape 26"/>
          <p:cNvSpPr/>
          <p:nvPr/>
        </p:nvSpPr>
        <p:spPr>
          <a:xfrm>
            <a:off x="3931920" y="3666600"/>
            <a:ext cx="1279440" cy="328320"/>
          </a:xfrm>
          <a:prstGeom prst="roundRect">
            <a:avLst>
              <a:gd name="adj" fmla="val 50000"/>
            </a:avLst>
          </a:prstGeom>
          <a:solidFill>
            <a:schemeClr val="accent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401" name="Text 27"/>
          <p:cNvSpPr/>
          <p:nvPr/>
        </p:nvSpPr>
        <p:spPr>
          <a:xfrm>
            <a:off x="3931920" y="3666600"/>
            <a:ext cx="127944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chemeClr val="dk1"/>
                </a:solidFill>
                <a:latin typeface="Calibri"/>
              </a:rPr>
              <a:t>Cambia</a:t>
            </a:r>
            <a:endParaRPr lang="en-US" sz="1100" b="0" strike="noStrike" spc="-1">
              <a:solidFill>
                <a:srgbClr val="000000"/>
              </a:solidFill>
              <a:latin typeface="Arial"/>
            </a:endParaRPr>
          </a:p>
        </p:txBody>
      </p:sp>
      <p:sp>
        <p:nvSpPr>
          <p:cNvPr id="402" name="Shape 28"/>
          <p:cNvSpPr/>
          <p:nvPr/>
        </p:nvSpPr>
        <p:spPr>
          <a:xfrm>
            <a:off x="548640" y="4224600"/>
            <a:ext cx="4754160" cy="566280"/>
          </a:xfrm>
          <a:prstGeom prst="roundRect">
            <a:avLst>
              <a:gd name="adj" fmla="val 19355"/>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403" name="Text 29"/>
          <p:cNvSpPr/>
          <p:nvPr/>
        </p:nvSpPr>
        <p:spPr>
          <a:xfrm>
            <a:off x="731520" y="4224600"/>
            <a:ext cx="18280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chemeClr val="dk1"/>
                </a:solidFill>
                <a:latin typeface="Calibri"/>
              </a:rPr>
              <a:t>Monitor 24"</a:t>
            </a:r>
            <a:endParaRPr lang="en-US" sz="1400" b="0" strike="noStrike" spc="-1">
              <a:solidFill>
                <a:srgbClr val="000000"/>
              </a:solidFill>
              <a:latin typeface="Arial"/>
            </a:endParaRPr>
          </a:p>
        </p:txBody>
      </p:sp>
      <p:sp>
        <p:nvSpPr>
          <p:cNvPr id="404" name="Text 30"/>
          <p:cNvSpPr/>
          <p:nvPr/>
        </p:nvSpPr>
        <p:spPr>
          <a:xfrm>
            <a:off x="2514600" y="4224600"/>
            <a:ext cx="13708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chemeClr val="dk2"/>
                </a:solidFill>
                <a:latin typeface="Calibri"/>
              </a:rPr>
              <a:t>180.0</a:t>
            </a:r>
            <a:endParaRPr lang="en-US" sz="1400" b="0" strike="noStrike" spc="-1">
              <a:solidFill>
                <a:srgbClr val="000000"/>
              </a:solidFill>
              <a:latin typeface="Arial"/>
            </a:endParaRPr>
          </a:p>
        </p:txBody>
      </p:sp>
      <p:sp>
        <p:nvSpPr>
          <p:cNvPr id="405" name="Shape 31"/>
          <p:cNvSpPr/>
          <p:nvPr/>
        </p:nvSpPr>
        <p:spPr>
          <a:xfrm>
            <a:off x="3931920" y="4343400"/>
            <a:ext cx="1279440" cy="328320"/>
          </a:xfrm>
          <a:prstGeom prst="roundRect">
            <a:avLst>
              <a:gd name="adj" fmla="val 50000"/>
            </a:avLst>
          </a:prstGeom>
          <a:solidFill>
            <a:schemeClr val="accent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406" name="Text 32"/>
          <p:cNvSpPr/>
          <p:nvPr/>
        </p:nvSpPr>
        <p:spPr>
          <a:xfrm>
            <a:off x="3931920" y="4343400"/>
            <a:ext cx="127944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chemeClr val="dk1"/>
                </a:solidFill>
                <a:latin typeface="Calibri"/>
              </a:rPr>
              <a:t>Igual</a:t>
            </a:r>
            <a:endParaRPr lang="en-US" sz="1100" b="0" strike="noStrike" spc="-1">
              <a:solidFill>
                <a:srgbClr val="000000"/>
              </a:solidFill>
              <a:latin typeface="Arial"/>
            </a:endParaRPr>
          </a:p>
        </p:txBody>
      </p:sp>
      <p:sp>
        <p:nvSpPr>
          <p:cNvPr id="407" name="Shape 33"/>
          <p:cNvSpPr/>
          <p:nvPr/>
        </p:nvSpPr>
        <p:spPr>
          <a:xfrm>
            <a:off x="548640" y="5029200"/>
            <a:ext cx="4754160" cy="913680"/>
          </a:xfrm>
          <a:prstGeom prst="roundRect">
            <a:avLst>
              <a:gd name="adj" fmla="val 12000"/>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408" name="Text 34"/>
          <p:cNvSpPr/>
          <p:nvPr/>
        </p:nvSpPr>
        <p:spPr>
          <a:xfrm>
            <a:off x="777240" y="5029200"/>
            <a:ext cx="4296960" cy="913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chemeClr val="accent2"/>
                </a:solidFill>
                <a:latin typeface="Calibri"/>
              </a:rPr>
              <a:t>Fórmula: </a:t>
            </a:r>
            <a:r>
              <a:rPr lang="en-US" sz="1400" b="0" strike="noStrike" spc="-1">
                <a:solidFill>
                  <a:schemeClr val="lt1"/>
                </a:solidFill>
                <a:latin typeface="Calibri"/>
              </a:rPr>
              <a:t>precio × (1 − % / 100)</a:t>
            </a:r>
            <a:endParaRPr lang="en-US" sz="1400" b="0" strike="noStrike" spc="-1">
              <a:solidFill>
                <a:srgbClr val="000000"/>
              </a:solidFill>
              <a:latin typeface="Arial"/>
            </a:endParaRPr>
          </a:p>
          <a:p>
            <a:pPr defTabSz="914400">
              <a:lnSpc>
                <a:spcPct val="100000"/>
              </a:lnSpc>
              <a:tabLst>
                <a:tab pos="0" algn="l"/>
              </a:tabLst>
            </a:pPr>
            <a:r>
              <a:rPr lang="en-US" sz="1400" b="0" strike="noStrike" spc="-1">
                <a:solidFill>
                  <a:schemeClr val="lt1"/>
                </a:solidFill>
                <a:latin typeface="Calibri"/>
              </a:rPr>
              <a:t>Productos modificados: 2</a:t>
            </a:r>
            <a:endParaRPr lang="en-US" sz="1400" b="0" strike="noStrike" spc="-1">
              <a:solidFill>
                <a:srgbClr val="000000"/>
              </a:solidFill>
              <a:latin typeface="Arial"/>
            </a:endParaRPr>
          </a:p>
        </p:txBody>
      </p:sp>
      <p:sp>
        <p:nvSpPr>
          <p:cNvPr id="409" name="Shape 35"/>
          <p:cNvSpPr/>
          <p:nvPr/>
        </p:nvSpPr>
        <p:spPr>
          <a:xfrm>
            <a:off x="5577840" y="1828800"/>
            <a:ext cx="6061680" cy="2117520"/>
          </a:xfrm>
          <a:prstGeom prst="roundRect">
            <a:avLst>
              <a:gd name="adj" fmla="val 5180"/>
            </a:avLst>
          </a:prstGeom>
          <a:solidFill>
            <a:schemeClr val="tx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410" name="Text 36"/>
          <p:cNvSpPr/>
          <p:nvPr/>
        </p:nvSpPr>
        <p:spPr>
          <a:xfrm>
            <a:off x="5806440" y="1974960"/>
            <a:ext cx="560448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1" strike="noStrike" spc="-1">
                <a:solidFill>
                  <a:schemeClr val="accent2"/>
                </a:solidFill>
                <a:latin typeface="Calibri"/>
              </a:rPr>
              <a:t>GestorTechMarket.java</a:t>
            </a:r>
            <a:endParaRPr lang="en-US" sz="1100" b="0" strike="noStrike" spc="-1">
              <a:solidFill>
                <a:srgbClr val="000000"/>
              </a:solidFill>
              <a:latin typeface="Arial"/>
            </a:endParaRPr>
          </a:p>
        </p:txBody>
      </p:sp>
      <p:sp>
        <p:nvSpPr>
          <p:cNvPr id="411" name="Text 37"/>
          <p:cNvSpPr/>
          <p:nvPr/>
        </p:nvSpPr>
        <p:spPr>
          <a:xfrm>
            <a:off x="5806440" y="2331720"/>
            <a:ext cx="5695920" cy="1431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strike="noStrike" spc="-1">
                <a:solidFill>
                  <a:schemeClr val="lt1"/>
                </a:solidFill>
                <a:latin typeface="Courier New"/>
                <a:ea typeface="Courier New"/>
              </a:rPr>
              <a:t>for (int i = 0; i &lt; productos.size(); i++) {</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accent2"/>
                </a:solidFill>
                <a:latin typeface="Courier New"/>
                <a:ea typeface="Courier New"/>
              </a:rPr>
              <a:t>    if (productos.get(i).getMarca().equalsIgnoreCase(marca)) {</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        double nuevoPrecio = productos.get(i).getPrecio()</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                             * (1 - porcentaje / 100);</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        productos.get(i).setPrecio(nuevoPrecio);</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        pModif++;</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    }</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a:t>
            </a:r>
            <a:endParaRPr lang="en-US" sz="1100" b="0" strike="noStrike" spc="-1">
              <a:solidFill>
                <a:srgbClr val="000000"/>
              </a:solidFill>
              <a:latin typeface="Arial"/>
            </a:endParaRPr>
          </a:p>
        </p:txBody>
      </p:sp>
      <p:sp>
        <p:nvSpPr>
          <p:cNvPr id="412" name="Shape 38"/>
          <p:cNvSpPr/>
          <p:nvPr/>
        </p:nvSpPr>
        <p:spPr>
          <a:xfrm>
            <a:off x="5577840" y="4129920"/>
            <a:ext cx="6061680" cy="1233720"/>
          </a:xfrm>
          <a:prstGeom prst="roundRect">
            <a:avLst>
              <a:gd name="adj" fmla="val 8889"/>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413" name="Text 39"/>
          <p:cNvSpPr/>
          <p:nvPr/>
        </p:nvSpPr>
        <p:spPr>
          <a:xfrm>
            <a:off x="5806440" y="4276440"/>
            <a:ext cx="560448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1" strike="noStrike" spc="-1">
                <a:solidFill>
                  <a:schemeClr val="accent2"/>
                </a:solidFill>
                <a:latin typeface="Calibri"/>
              </a:rPr>
              <a:t>▶ Salida del caso de prueba 3</a:t>
            </a:r>
            <a:endParaRPr lang="en-US" sz="1100" b="0" strike="noStrike" spc="-1">
              <a:solidFill>
                <a:srgbClr val="000000"/>
              </a:solidFill>
              <a:latin typeface="Arial"/>
            </a:endParaRPr>
          </a:p>
        </p:txBody>
      </p:sp>
      <p:sp>
        <p:nvSpPr>
          <p:cNvPr id="414" name="Text 40"/>
          <p:cNvSpPr/>
          <p:nvPr/>
        </p:nvSpPr>
        <p:spPr>
          <a:xfrm>
            <a:off x="5806440" y="4632840"/>
            <a:ext cx="5695920" cy="59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strike="noStrike" spc="-1">
                <a:solidFill>
                  <a:schemeClr val="accent3"/>
                </a:solidFill>
                <a:latin typeface="Courier New"/>
                <a:ea typeface="Courier New"/>
              </a:rPr>
              <a:t>Productos modificados: 2</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accent3"/>
                </a:solidFill>
                <a:latin typeface="Courier New"/>
                <a:ea typeface="Courier New"/>
              </a:rPr>
              <a:t>1. P01 - Laptop Gaming - ASUS - 1080.0$</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accent3"/>
                </a:solidFill>
                <a:latin typeface="Courier New"/>
                <a:ea typeface="Courier New"/>
              </a:rPr>
              <a:t>3. P03 - Teclado Mecánico - ASUS - 72.0$</a:t>
            </a:r>
            <a:endParaRPr lang="en-US" sz="1100" b="0" strike="noStrike" spc="-1">
              <a:solidFill>
                <a:srgbClr val="000000"/>
              </a:solidFill>
              <a:latin typeface="Arial"/>
            </a:endParaRPr>
          </a:p>
        </p:txBody>
      </p:sp>
      <p:sp>
        <p:nvSpPr>
          <p:cNvPr id="415" name="PlaceHolder 2"/>
          <p:cNvSpPr>
            <a:spLocks noGrp="1"/>
          </p:cNvSpPr>
          <p:nvPr>
            <p:ph type="sldNum" idx="13"/>
          </p:nvPr>
        </p:nvSpPr>
        <p:spPr>
          <a:xfrm>
            <a:off x="11247120" y="6309360"/>
            <a:ext cx="392400" cy="27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000" b="0" strike="noStrike" spc="-1">
                <a:solidFill>
                  <a:srgbClr val="7A7FA8"/>
                </a:solidFill>
                <a:latin typeface="Calibri"/>
              </a:defRPr>
            </a:lvl1pPr>
          </a:lstStyle>
          <a:p>
            <a:pPr indent="0" defTabSz="914400">
              <a:lnSpc>
                <a:spcPct val="100000"/>
              </a:lnSpc>
              <a:buNone/>
              <a:tabLst>
                <a:tab pos="0" algn="l"/>
              </a:tabLst>
            </a:pPr>
            <a:fld id="{D9360BB9-B339-4224-AA03-3EEB2E62FBEC}" type="slidenum">
              <a:rPr lang="en-US" sz="1000" b="0" strike="noStrike" spc="-1">
                <a:solidFill>
                  <a:srgbClr val="7A7FA8"/>
                </a:solidFill>
                <a:latin typeface="Calibri"/>
              </a:rPr>
              <a:t>10</a:t>
            </a:fld>
            <a:endParaRPr lang="en-US" sz="100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p15="http://schemas.microsoft.com/office/powerpoint/2012/main"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 name="Text 0"/>
          <p:cNvSpPr/>
          <p:nvPr/>
        </p:nvSpPr>
        <p:spPr>
          <a:xfrm>
            <a:off x="548640" y="274320"/>
            <a:ext cx="45712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97">
                <a:solidFill>
                  <a:schemeClr val="accent1"/>
                </a:solidFill>
                <a:latin typeface="Calibri"/>
              </a:rPr>
              <a:t>3 · LA IMPLEMENTACIÓN</a:t>
            </a:r>
            <a:endParaRPr lang="en-US" sz="1200" b="0" strike="noStrike" spc="-1">
              <a:solidFill>
                <a:srgbClr val="000000"/>
              </a:solidFill>
              <a:latin typeface="Arial"/>
            </a:endParaRPr>
          </a:p>
        </p:txBody>
      </p:sp>
      <p:sp>
        <p:nvSpPr>
          <p:cNvPr id="417" name="Shape 1"/>
          <p:cNvSpPr/>
          <p:nvPr/>
        </p:nvSpPr>
        <p:spPr>
          <a:xfrm>
            <a:off x="1042416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418" name="Shape 2"/>
          <p:cNvSpPr/>
          <p:nvPr/>
        </p:nvSpPr>
        <p:spPr>
          <a:xfrm>
            <a:off x="1066176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419" name="Shape 3"/>
          <p:cNvSpPr/>
          <p:nvPr/>
        </p:nvSpPr>
        <p:spPr>
          <a:xfrm>
            <a:off x="10899720" y="329040"/>
            <a:ext cx="127440" cy="1274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420" name="Shape 4"/>
          <p:cNvSpPr/>
          <p:nvPr/>
        </p:nvSpPr>
        <p:spPr>
          <a:xfrm>
            <a:off x="1113732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421" name="Shape 5"/>
          <p:cNvSpPr/>
          <p:nvPr/>
        </p:nvSpPr>
        <p:spPr>
          <a:xfrm>
            <a:off x="1137528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422" name="PlaceHolder 1"/>
          <p:cNvSpPr>
            <a:spLocks noGrp="1"/>
          </p:cNvSpPr>
          <p:nvPr>
            <p:ph type="title"/>
          </p:nvPr>
        </p:nvSpPr>
        <p:spPr>
          <a:xfrm>
            <a:off x="548640" y="567000"/>
            <a:ext cx="8777520" cy="730800"/>
          </a:xfrm>
          <a:prstGeom prst="rect">
            <a:avLst/>
          </a:prstGeom>
          <a:noFill/>
          <a:ln w="0">
            <a:noFill/>
          </a:ln>
        </p:spPr>
        <p:txBody>
          <a:bodyPr lIns="0" tIns="0" rIns="0" bIns="0" anchor="ctr">
            <a:noAutofit/>
          </a:bodyPr>
          <a:lstStyle/>
          <a:p>
            <a:pPr indent="0" defTabSz="914400">
              <a:lnSpc>
                <a:spcPct val="100000"/>
              </a:lnSpc>
              <a:buNone/>
              <a:tabLst>
                <a:tab pos="0" algn="l"/>
              </a:tabLst>
            </a:pPr>
            <a:r>
              <a:rPr lang="en-US" sz="3400" b="1" strike="noStrike" spc="-1">
                <a:solidFill>
                  <a:schemeClr val="dk1"/>
                </a:solidFill>
                <a:latin typeface="Cambria"/>
              </a:rPr>
              <a:t>El producto más barato</a:t>
            </a:r>
            <a:endParaRPr lang="en-US" sz="3400" b="0" strike="noStrike" spc="-1">
              <a:solidFill>
                <a:schemeClr val="dk1"/>
              </a:solidFill>
              <a:latin typeface="Calibri"/>
            </a:endParaRPr>
          </a:p>
        </p:txBody>
      </p:sp>
      <p:sp>
        <p:nvSpPr>
          <p:cNvPr id="423" name="Shape 7"/>
          <p:cNvSpPr/>
          <p:nvPr/>
        </p:nvSpPr>
        <p:spPr>
          <a:xfrm>
            <a:off x="548640" y="6163200"/>
            <a:ext cx="4667400" cy="365040"/>
          </a:xfrm>
          <a:prstGeom prst="roundRect">
            <a:avLst>
              <a:gd name="adj" fmla="val 50000"/>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424" name="Text 8"/>
          <p:cNvSpPr/>
          <p:nvPr/>
        </p:nvSpPr>
        <p:spPr>
          <a:xfrm>
            <a:off x="731520" y="6163200"/>
            <a:ext cx="439308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chemeClr val="accent1"/>
                </a:solidFill>
                <a:latin typeface="Calibri"/>
              </a:rPr>
              <a:t>→  ¿Y si queremos corregir el precio de uno?</a:t>
            </a:r>
            <a:endParaRPr lang="en-US" sz="1300" b="0" strike="noStrike" spc="-1">
              <a:solidFill>
                <a:srgbClr val="000000"/>
              </a:solidFill>
              <a:latin typeface="Arial"/>
            </a:endParaRPr>
          </a:p>
        </p:txBody>
      </p:sp>
      <p:sp>
        <p:nvSpPr>
          <p:cNvPr id="425" name="Shape 9"/>
          <p:cNvSpPr/>
          <p:nvPr/>
        </p:nvSpPr>
        <p:spPr>
          <a:xfrm>
            <a:off x="9509760" y="749880"/>
            <a:ext cx="2129760" cy="365040"/>
          </a:xfrm>
          <a:prstGeom prst="roundRect">
            <a:avLst>
              <a:gd name="adj" fmla="val 50000"/>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426" name="Text 10"/>
          <p:cNvSpPr/>
          <p:nvPr/>
        </p:nvSpPr>
        <p:spPr>
          <a:xfrm>
            <a:off x="9509760" y="749880"/>
            <a:ext cx="212976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chemeClr val="dk1"/>
                </a:solidFill>
                <a:latin typeface="Calibri"/>
              </a:rPr>
              <a:t>Funcionalidad 3 de 5</a:t>
            </a:r>
            <a:endParaRPr lang="en-US" sz="1200" b="0" strike="noStrike" spc="-1">
              <a:solidFill>
                <a:srgbClr val="000000"/>
              </a:solidFill>
              <a:latin typeface="Arial"/>
            </a:endParaRPr>
          </a:p>
        </p:txBody>
      </p:sp>
      <p:sp>
        <p:nvSpPr>
          <p:cNvPr id="427" name="Text 11"/>
          <p:cNvSpPr/>
          <p:nvPr/>
        </p:nvSpPr>
        <p:spPr>
          <a:xfrm>
            <a:off x="548640" y="1325880"/>
            <a:ext cx="73144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strike="noStrike" spc="-1">
                <a:solidFill>
                  <a:schemeClr val="accent1"/>
                </a:solidFill>
                <a:latin typeface="Courier New"/>
                <a:ea typeface="Courier New"/>
              </a:rPr>
              <a:t>buscarProductoBarato()</a:t>
            </a:r>
            <a:endParaRPr lang="en-US" sz="1400" b="0" strike="noStrike" spc="-1">
              <a:solidFill>
                <a:srgbClr val="000000"/>
              </a:solidFill>
              <a:latin typeface="Arial"/>
            </a:endParaRPr>
          </a:p>
        </p:txBody>
      </p:sp>
      <p:sp>
        <p:nvSpPr>
          <p:cNvPr id="428" name="Text 12"/>
          <p:cNvSpPr/>
          <p:nvPr/>
        </p:nvSpPr>
        <p:spPr>
          <a:xfrm>
            <a:off x="548640" y="1828800"/>
            <a:ext cx="475416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strike="noStrike" spc="-1">
                <a:solidFill>
                  <a:schemeClr val="dk1"/>
                </a:solidFill>
                <a:latin typeface="Calibri"/>
              </a:rPr>
              <a:t>Los revisa uno por uno (ya con el descuento):</a:t>
            </a:r>
            <a:endParaRPr lang="en-US" sz="1400" b="0" strike="noStrike" spc="-1">
              <a:solidFill>
                <a:srgbClr val="000000"/>
              </a:solidFill>
              <a:latin typeface="Arial"/>
            </a:endParaRPr>
          </a:p>
        </p:txBody>
      </p:sp>
      <p:sp>
        <p:nvSpPr>
          <p:cNvPr id="429" name="Shape 13"/>
          <p:cNvSpPr/>
          <p:nvPr/>
        </p:nvSpPr>
        <p:spPr>
          <a:xfrm>
            <a:off x="548640" y="2194560"/>
            <a:ext cx="4754160" cy="566280"/>
          </a:xfrm>
          <a:prstGeom prst="roundRect">
            <a:avLst>
              <a:gd name="adj" fmla="val 19355"/>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430" name="Text 14"/>
          <p:cNvSpPr/>
          <p:nvPr/>
        </p:nvSpPr>
        <p:spPr>
          <a:xfrm>
            <a:off x="731520" y="2194560"/>
            <a:ext cx="18280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chemeClr val="dk1"/>
                </a:solidFill>
                <a:latin typeface="Calibri"/>
              </a:rPr>
              <a:t>Laptop Gaming</a:t>
            </a:r>
            <a:endParaRPr lang="en-US" sz="1400" b="0" strike="noStrike" spc="-1">
              <a:solidFill>
                <a:srgbClr val="000000"/>
              </a:solidFill>
              <a:latin typeface="Arial"/>
            </a:endParaRPr>
          </a:p>
        </p:txBody>
      </p:sp>
      <p:sp>
        <p:nvSpPr>
          <p:cNvPr id="431" name="Text 15"/>
          <p:cNvSpPr/>
          <p:nvPr/>
        </p:nvSpPr>
        <p:spPr>
          <a:xfrm>
            <a:off x="2514600" y="2194560"/>
            <a:ext cx="13708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chemeClr val="dk2"/>
                </a:solidFill>
                <a:latin typeface="Calibri"/>
              </a:rPr>
              <a:t>1080.0</a:t>
            </a:r>
            <a:endParaRPr lang="en-US" sz="1400" b="0" strike="noStrike" spc="-1">
              <a:solidFill>
                <a:srgbClr val="000000"/>
              </a:solidFill>
              <a:latin typeface="Arial"/>
            </a:endParaRPr>
          </a:p>
        </p:txBody>
      </p:sp>
      <p:sp>
        <p:nvSpPr>
          <p:cNvPr id="432" name="Shape 16"/>
          <p:cNvSpPr/>
          <p:nvPr/>
        </p:nvSpPr>
        <p:spPr>
          <a:xfrm>
            <a:off x="3931920" y="2313360"/>
            <a:ext cx="1279440" cy="328320"/>
          </a:xfrm>
          <a:prstGeom prst="roundRect">
            <a:avLst>
              <a:gd name="adj" fmla="val 50000"/>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433" name="Text 17"/>
          <p:cNvSpPr/>
          <p:nvPr/>
        </p:nvSpPr>
        <p:spPr>
          <a:xfrm>
            <a:off x="3931920" y="2313360"/>
            <a:ext cx="127944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chemeClr val="lt1"/>
                </a:solidFill>
                <a:latin typeface="Calibri"/>
              </a:rPr>
              <a:t>candidato inicial</a:t>
            </a:r>
            <a:endParaRPr lang="en-US" sz="1100" b="0" strike="noStrike" spc="-1">
              <a:solidFill>
                <a:srgbClr val="000000"/>
              </a:solidFill>
              <a:latin typeface="Arial"/>
            </a:endParaRPr>
          </a:p>
        </p:txBody>
      </p:sp>
      <p:sp>
        <p:nvSpPr>
          <p:cNvPr id="434" name="Shape 18"/>
          <p:cNvSpPr/>
          <p:nvPr/>
        </p:nvSpPr>
        <p:spPr>
          <a:xfrm>
            <a:off x="548640" y="2871360"/>
            <a:ext cx="4754160" cy="566280"/>
          </a:xfrm>
          <a:prstGeom prst="roundRect">
            <a:avLst>
              <a:gd name="adj" fmla="val 19355"/>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435" name="Text 19"/>
          <p:cNvSpPr/>
          <p:nvPr/>
        </p:nvSpPr>
        <p:spPr>
          <a:xfrm>
            <a:off x="731520" y="2871360"/>
            <a:ext cx="18280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chemeClr val="dk1"/>
                </a:solidFill>
                <a:latin typeface="Calibri"/>
              </a:rPr>
              <a:t>Mouse Inalámbrico</a:t>
            </a:r>
            <a:endParaRPr lang="en-US" sz="1400" b="0" strike="noStrike" spc="-1">
              <a:solidFill>
                <a:srgbClr val="000000"/>
              </a:solidFill>
              <a:latin typeface="Arial"/>
            </a:endParaRPr>
          </a:p>
        </p:txBody>
      </p:sp>
      <p:sp>
        <p:nvSpPr>
          <p:cNvPr id="436" name="Text 20"/>
          <p:cNvSpPr/>
          <p:nvPr/>
        </p:nvSpPr>
        <p:spPr>
          <a:xfrm>
            <a:off x="2514600" y="2871360"/>
            <a:ext cx="13708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chemeClr val="dk2"/>
                </a:solidFill>
                <a:latin typeface="Calibri"/>
              </a:rPr>
              <a:t>25.0</a:t>
            </a:r>
            <a:endParaRPr lang="en-US" sz="1400" b="0" strike="noStrike" spc="-1">
              <a:solidFill>
                <a:srgbClr val="000000"/>
              </a:solidFill>
              <a:latin typeface="Arial"/>
            </a:endParaRPr>
          </a:p>
        </p:txBody>
      </p:sp>
      <p:sp>
        <p:nvSpPr>
          <p:cNvPr id="437" name="Shape 21"/>
          <p:cNvSpPr/>
          <p:nvPr/>
        </p:nvSpPr>
        <p:spPr>
          <a:xfrm>
            <a:off x="3931920" y="2990160"/>
            <a:ext cx="1279440" cy="328320"/>
          </a:xfrm>
          <a:prstGeom prst="roundRect">
            <a:avLst>
              <a:gd name="adj" fmla="val 50000"/>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438" name="Text 22"/>
          <p:cNvSpPr/>
          <p:nvPr/>
        </p:nvSpPr>
        <p:spPr>
          <a:xfrm>
            <a:off x="3931920" y="2990160"/>
            <a:ext cx="127944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chemeClr val="dk1"/>
                </a:solidFill>
                <a:latin typeface="Calibri"/>
              </a:rPr>
              <a:t>¡nuevo candidato!</a:t>
            </a:r>
            <a:endParaRPr lang="en-US" sz="1100" b="0" strike="noStrike" spc="-1">
              <a:solidFill>
                <a:srgbClr val="000000"/>
              </a:solidFill>
              <a:latin typeface="Arial"/>
            </a:endParaRPr>
          </a:p>
        </p:txBody>
      </p:sp>
      <p:sp>
        <p:nvSpPr>
          <p:cNvPr id="439" name="Shape 23"/>
          <p:cNvSpPr/>
          <p:nvPr/>
        </p:nvSpPr>
        <p:spPr>
          <a:xfrm>
            <a:off x="548640" y="3547800"/>
            <a:ext cx="4754160" cy="566280"/>
          </a:xfrm>
          <a:prstGeom prst="roundRect">
            <a:avLst>
              <a:gd name="adj" fmla="val 19355"/>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440" name="Text 24"/>
          <p:cNvSpPr/>
          <p:nvPr/>
        </p:nvSpPr>
        <p:spPr>
          <a:xfrm>
            <a:off x="731520" y="3547800"/>
            <a:ext cx="18280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chemeClr val="dk1"/>
                </a:solidFill>
                <a:latin typeface="Calibri"/>
              </a:rPr>
              <a:t>Teclado Mecánico</a:t>
            </a:r>
            <a:endParaRPr lang="en-US" sz="1400" b="0" strike="noStrike" spc="-1">
              <a:solidFill>
                <a:srgbClr val="000000"/>
              </a:solidFill>
              <a:latin typeface="Arial"/>
            </a:endParaRPr>
          </a:p>
        </p:txBody>
      </p:sp>
      <p:sp>
        <p:nvSpPr>
          <p:cNvPr id="441" name="Text 25"/>
          <p:cNvSpPr/>
          <p:nvPr/>
        </p:nvSpPr>
        <p:spPr>
          <a:xfrm>
            <a:off x="2514600" y="3547800"/>
            <a:ext cx="13708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chemeClr val="dk2"/>
                </a:solidFill>
                <a:latin typeface="Calibri"/>
              </a:rPr>
              <a:t>72.0</a:t>
            </a:r>
            <a:endParaRPr lang="en-US" sz="1400" b="0" strike="noStrike" spc="-1">
              <a:solidFill>
                <a:srgbClr val="000000"/>
              </a:solidFill>
              <a:latin typeface="Arial"/>
            </a:endParaRPr>
          </a:p>
        </p:txBody>
      </p:sp>
      <p:sp>
        <p:nvSpPr>
          <p:cNvPr id="442" name="Shape 26"/>
          <p:cNvSpPr/>
          <p:nvPr/>
        </p:nvSpPr>
        <p:spPr>
          <a:xfrm>
            <a:off x="3931920" y="3666600"/>
            <a:ext cx="1279440" cy="328320"/>
          </a:xfrm>
          <a:prstGeom prst="roundRect">
            <a:avLst>
              <a:gd name="adj" fmla="val 50000"/>
            </a:avLst>
          </a:prstGeom>
          <a:solidFill>
            <a:schemeClr val="accent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443" name="Text 27"/>
          <p:cNvSpPr/>
          <p:nvPr/>
        </p:nvSpPr>
        <p:spPr>
          <a:xfrm>
            <a:off x="3931920" y="3666600"/>
            <a:ext cx="127944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chemeClr val="dk1"/>
                </a:solidFill>
                <a:latin typeface="Calibri"/>
              </a:rPr>
              <a:t>no es menor</a:t>
            </a:r>
            <a:endParaRPr lang="en-US" sz="1100" b="0" strike="noStrike" spc="-1">
              <a:solidFill>
                <a:srgbClr val="000000"/>
              </a:solidFill>
              <a:latin typeface="Arial"/>
            </a:endParaRPr>
          </a:p>
        </p:txBody>
      </p:sp>
      <p:sp>
        <p:nvSpPr>
          <p:cNvPr id="444" name="Shape 28"/>
          <p:cNvSpPr/>
          <p:nvPr/>
        </p:nvSpPr>
        <p:spPr>
          <a:xfrm>
            <a:off x="548640" y="4224600"/>
            <a:ext cx="4754160" cy="566280"/>
          </a:xfrm>
          <a:prstGeom prst="roundRect">
            <a:avLst>
              <a:gd name="adj" fmla="val 19355"/>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445" name="Text 29"/>
          <p:cNvSpPr/>
          <p:nvPr/>
        </p:nvSpPr>
        <p:spPr>
          <a:xfrm>
            <a:off x="731520" y="4224600"/>
            <a:ext cx="18280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chemeClr val="dk1"/>
                </a:solidFill>
                <a:latin typeface="Calibri"/>
              </a:rPr>
              <a:t>Monitor 24"</a:t>
            </a:r>
            <a:endParaRPr lang="en-US" sz="1400" b="0" strike="noStrike" spc="-1">
              <a:solidFill>
                <a:srgbClr val="000000"/>
              </a:solidFill>
              <a:latin typeface="Arial"/>
            </a:endParaRPr>
          </a:p>
        </p:txBody>
      </p:sp>
      <p:sp>
        <p:nvSpPr>
          <p:cNvPr id="446" name="Text 30"/>
          <p:cNvSpPr/>
          <p:nvPr/>
        </p:nvSpPr>
        <p:spPr>
          <a:xfrm>
            <a:off x="2514600" y="4224600"/>
            <a:ext cx="13708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chemeClr val="dk2"/>
                </a:solidFill>
                <a:latin typeface="Calibri"/>
              </a:rPr>
              <a:t>180.0</a:t>
            </a:r>
            <a:endParaRPr lang="en-US" sz="1400" b="0" strike="noStrike" spc="-1">
              <a:solidFill>
                <a:srgbClr val="000000"/>
              </a:solidFill>
              <a:latin typeface="Arial"/>
            </a:endParaRPr>
          </a:p>
        </p:txBody>
      </p:sp>
      <p:sp>
        <p:nvSpPr>
          <p:cNvPr id="447" name="Shape 31"/>
          <p:cNvSpPr/>
          <p:nvPr/>
        </p:nvSpPr>
        <p:spPr>
          <a:xfrm>
            <a:off x="3931920" y="4343400"/>
            <a:ext cx="1279440" cy="328320"/>
          </a:xfrm>
          <a:prstGeom prst="roundRect">
            <a:avLst>
              <a:gd name="adj" fmla="val 50000"/>
            </a:avLst>
          </a:prstGeom>
          <a:solidFill>
            <a:schemeClr val="accent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448" name="Text 32"/>
          <p:cNvSpPr/>
          <p:nvPr/>
        </p:nvSpPr>
        <p:spPr>
          <a:xfrm>
            <a:off x="3931920" y="4343400"/>
            <a:ext cx="127944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chemeClr val="dk1"/>
                </a:solidFill>
                <a:latin typeface="Calibri"/>
              </a:rPr>
              <a:t>no es menor</a:t>
            </a:r>
            <a:endParaRPr lang="en-US" sz="1100" b="0" strike="noStrike" spc="-1">
              <a:solidFill>
                <a:srgbClr val="000000"/>
              </a:solidFill>
              <a:latin typeface="Arial"/>
            </a:endParaRPr>
          </a:p>
        </p:txBody>
      </p:sp>
      <p:sp>
        <p:nvSpPr>
          <p:cNvPr id="449" name="Shape 33"/>
          <p:cNvSpPr/>
          <p:nvPr/>
        </p:nvSpPr>
        <p:spPr>
          <a:xfrm>
            <a:off x="548640" y="5029200"/>
            <a:ext cx="4754160" cy="913680"/>
          </a:xfrm>
          <a:prstGeom prst="roundRect">
            <a:avLst>
              <a:gd name="adj" fmla="val 12000"/>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450" name="Text 34"/>
          <p:cNvSpPr/>
          <p:nvPr/>
        </p:nvSpPr>
        <p:spPr>
          <a:xfrm>
            <a:off x="777240" y="5029200"/>
            <a:ext cx="4296960" cy="913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chemeClr val="accent2"/>
                </a:solidFill>
                <a:latin typeface="Calibri"/>
              </a:rPr>
              <a:t>Si hay empate, gana el primero: </a:t>
            </a:r>
            <a:r>
              <a:rPr lang="en-US" sz="1400" b="0" strike="noStrike" spc="-1">
                <a:solidFill>
                  <a:schemeClr val="lt1"/>
                </a:solidFill>
                <a:latin typeface="Calibri"/>
              </a:rPr>
              <a:t>solo cambia de candidato si el precio es menor, no igual.</a:t>
            </a:r>
            <a:endParaRPr lang="en-US" sz="1400" b="0" strike="noStrike" spc="-1">
              <a:solidFill>
                <a:srgbClr val="000000"/>
              </a:solidFill>
              <a:latin typeface="Arial"/>
            </a:endParaRPr>
          </a:p>
        </p:txBody>
      </p:sp>
      <p:sp>
        <p:nvSpPr>
          <p:cNvPr id="451" name="Shape 35"/>
          <p:cNvSpPr/>
          <p:nvPr/>
        </p:nvSpPr>
        <p:spPr>
          <a:xfrm>
            <a:off x="5577840" y="1828800"/>
            <a:ext cx="6061680" cy="1782360"/>
          </a:xfrm>
          <a:prstGeom prst="roundRect">
            <a:avLst>
              <a:gd name="adj" fmla="val 6154"/>
            </a:avLst>
          </a:prstGeom>
          <a:solidFill>
            <a:schemeClr val="tx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452" name="Text 36"/>
          <p:cNvSpPr/>
          <p:nvPr/>
        </p:nvSpPr>
        <p:spPr>
          <a:xfrm>
            <a:off x="5806440" y="1974960"/>
            <a:ext cx="560448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1" strike="noStrike" spc="-1">
                <a:solidFill>
                  <a:schemeClr val="accent2"/>
                </a:solidFill>
                <a:latin typeface="Calibri"/>
              </a:rPr>
              <a:t>GestorTechMarket.java</a:t>
            </a:r>
            <a:endParaRPr lang="en-US" sz="1100" b="0" strike="noStrike" spc="-1">
              <a:solidFill>
                <a:srgbClr val="000000"/>
              </a:solidFill>
              <a:latin typeface="Arial"/>
            </a:endParaRPr>
          </a:p>
        </p:txBody>
      </p:sp>
      <p:sp>
        <p:nvSpPr>
          <p:cNvPr id="453" name="Text 37"/>
          <p:cNvSpPr/>
          <p:nvPr/>
        </p:nvSpPr>
        <p:spPr>
          <a:xfrm>
            <a:off x="5806440" y="2331720"/>
            <a:ext cx="5695920" cy="1096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strike="noStrike" spc="-1">
                <a:solidFill>
                  <a:schemeClr val="lt1"/>
                </a:solidFill>
                <a:latin typeface="Courier New"/>
                <a:ea typeface="Courier New"/>
              </a:rPr>
              <a:t>Producto barato = productos.get(0);</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for (int i = 1; i &lt; productos.size(); i++) {</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accent2"/>
                </a:solidFill>
                <a:latin typeface="Courier New"/>
                <a:ea typeface="Courier New"/>
              </a:rPr>
              <a:t>    if (productos.get(i).getPrecio() &lt; barato.getPrecio()) {</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accent2"/>
                </a:solidFill>
                <a:latin typeface="Courier New"/>
                <a:ea typeface="Courier New"/>
              </a:rPr>
              <a:t>        barato = productos.get(i);</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    }</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a:t>
            </a:r>
            <a:endParaRPr lang="en-US" sz="1100" b="0" strike="noStrike" spc="-1">
              <a:solidFill>
                <a:srgbClr val="000000"/>
              </a:solidFill>
              <a:latin typeface="Arial"/>
            </a:endParaRPr>
          </a:p>
        </p:txBody>
      </p:sp>
      <p:sp>
        <p:nvSpPr>
          <p:cNvPr id="454" name="Shape 38"/>
          <p:cNvSpPr/>
          <p:nvPr/>
        </p:nvSpPr>
        <p:spPr>
          <a:xfrm>
            <a:off x="5577840" y="3794760"/>
            <a:ext cx="6061680" cy="867960"/>
          </a:xfrm>
          <a:prstGeom prst="roundRect">
            <a:avLst>
              <a:gd name="adj" fmla="val 12632"/>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455" name="Text 39"/>
          <p:cNvSpPr/>
          <p:nvPr/>
        </p:nvSpPr>
        <p:spPr>
          <a:xfrm>
            <a:off x="5806440" y="3940920"/>
            <a:ext cx="560448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1" strike="noStrike" spc="-1">
                <a:solidFill>
                  <a:schemeClr val="accent2"/>
                </a:solidFill>
                <a:latin typeface="Calibri"/>
              </a:rPr>
              <a:t>▶ Salida del caso de prueba 4</a:t>
            </a:r>
            <a:endParaRPr lang="en-US" sz="1100" b="0" strike="noStrike" spc="-1">
              <a:solidFill>
                <a:srgbClr val="000000"/>
              </a:solidFill>
              <a:latin typeface="Arial"/>
            </a:endParaRPr>
          </a:p>
        </p:txBody>
      </p:sp>
      <p:sp>
        <p:nvSpPr>
          <p:cNvPr id="456" name="Text 40"/>
          <p:cNvSpPr/>
          <p:nvPr/>
        </p:nvSpPr>
        <p:spPr>
          <a:xfrm>
            <a:off x="5806440" y="4297680"/>
            <a:ext cx="569592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strike="noStrike" spc="-1">
                <a:solidFill>
                  <a:schemeClr val="accent3"/>
                </a:solidFill>
                <a:latin typeface="Courier New"/>
                <a:ea typeface="Courier New"/>
              </a:rPr>
              <a:t>Producto más barato: P02 - Mouse Inalámbrico - Logitech - 25.0$</a:t>
            </a:r>
            <a:endParaRPr lang="en-US" sz="1100" b="0" strike="noStrike" spc="-1">
              <a:solidFill>
                <a:srgbClr val="000000"/>
              </a:solidFill>
              <a:latin typeface="Arial"/>
            </a:endParaRPr>
          </a:p>
        </p:txBody>
      </p:sp>
      <p:sp>
        <p:nvSpPr>
          <p:cNvPr id="457" name="PlaceHolder 2"/>
          <p:cNvSpPr>
            <a:spLocks noGrp="1"/>
          </p:cNvSpPr>
          <p:nvPr>
            <p:ph type="sldNum" idx="14"/>
          </p:nvPr>
        </p:nvSpPr>
        <p:spPr>
          <a:xfrm>
            <a:off x="11247120" y="6309360"/>
            <a:ext cx="392400" cy="27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000" b="0" strike="noStrike" spc="-1">
                <a:solidFill>
                  <a:srgbClr val="7A7FA8"/>
                </a:solidFill>
                <a:latin typeface="Calibri"/>
              </a:defRPr>
            </a:lvl1pPr>
          </a:lstStyle>
          <a:p>
            <a:pPr indent="0" defTabSz="914400">
              <a:lnSpc>
                <a:spcPct val="100000"/>
              </a:lnSpc>
              <a:buNone/>
              <a:tabLst>
                <a:tab pos="0" algn="l"/>
              </a:tabLst>
            </a:pPr>
            <a:fld id="{86382330-F34C-40B5-B64F-7F43FDFA4644}" type="slidenum">
              <a:rPr lang="en-US" sz="1000" b="0" strike="noStrike" spc="-1">
                <a:solidFill>
                  <a:srgbClr val="7A7FA8"/>
                </a:solidFill>
                <a:latin typeface="Calibri"/>
              </a:rPr>
              <a:t>11</a:t>
            </a:fld>
            <a:endParaRPr lang="en-US" sz="100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p15="http://schemas.microsoft.com/office/powerpoint/2012/main"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 name="Text 0"/>
          <p:cNvSpPr/>
          <p:nvPr/>
        </p:nvSpPr>
        <p:spPr>
          <a:xfrm>
            <a:off x="548640" y="274320"/>
            <a:ext cx="45712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97">
                <a:solidFill>
                  <a:schemeClr val="accent1"/>
                </a:solidFill>
                <a:latin typeface="Calibri"/>
              </a:rPr>
              <a:t>3 · LA IMPLEMENTACIÓN</a:t>
            </a:r>
            <a:endParaRPr lang="en-US" sz="1200" b="0" strike="noStrike" spc="-1">
              <a:solidFill>
                <a:srgbClr val="000000"/>
              </a:solidFill>
              <a:latin typeface="Arial"/>
            </a:endParaRPr>
          </a:p>
        </p:txBody>
      </p:sp>
      <p:sp>
        <p:nvSpPr>
          <p:cNvPr id="459" name="Shape 1"/>
          <p:cNvSpPr/>
          <p:nvPr/>
        </p:nvSpPr>
        <p:spPr>
          <a:xfrm>
            <a:off x="1042416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460" name="Shape 2"/>
          <p:cNvSpPr/>
          <p:nvPr/>
        </p:nvSpPr>
        <p:spPr>
          <a:xfrm>
            <a:off x="1066176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461" name="Shape 3"/>
          <p:cNvSpPr/>
          <p:nvPr/>
        </p:nvSpPr>
        <p:spPr>
          <a:xfrm>
            <a:off x="10899720" y="329040"/>
            <a:ext cx="127440" cy="1274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462" name="Shape 4"/>
          <p:cNvSpPr/>
          <p:nvPr/>
        </p:nvSpPr>
        <p:spPr>
          <a:xfrm>
            <a:off x="1113732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463" name="Shape 5"/>
          <p:cNvSpPr/>
          <p:nvPr/>
        </p:nvSpPr>
        <p:spPr>
          <a:xfrm>
            <a:off x="1137528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464" name="PlaceHolder 1"/>
          <p:cNvSpPr>
            <a:spLocks noGrp="1"/>
          </p:cNvSpPr>
          <p:nvPr>
            <p:ph type="title"/>
          </p:nvPr>
        </p:nvSpPr>
        <p:spPr>
          <a:xfrm>
            <a:off x="548640" y="567000"/>
            <a:ext cx="8777520" cy="730800"/>
          </a:xfrm>
          <a:prstGeom prst="rect">
            <a:avLst/>
          </a:prstGeom>
          <a:noFill/>
          <a:ln w="0">
            <a:noFill/>
          </a:ln>
        </p:spPr>
        <p:txBody>
          <a:bodyPr lIns="0" tIns="0" rIns="0" bIns="0" anchor="ctr">
            <a:noAutofit/>
          </a:bodyPr>
          <a:lstStyle/>
          <a:p>
            <a:pPr indent="0" defTabSz="914400">
              <a:lnSpc>
                <a:spcPct val="100000"/>
              </a:lnSpc>
              <a:buNone/>
              <a:tabLst>
                <a:tab pos="0" algn="l"/>
              </a:tabLst>
            </a:pPr>
            <a:r>
              <a:rPr lang="en-US" sz="3400" b="1" strike="noStrike" spc="-1">
                <a:solidFill>
                  <a:schemeClr val="dk1"/>
                </a:solidFill>
                <a:latin typeface="Cambria"/>
              </a:rPr>
              <a:t>Cambiar el precio</a:t>
            </a:r>
            <a:endParaRPr lang="en-US" sz="3400" b="0" strike="noStrike" spc="-1">
              <a:solidFill>
                <a:schemeClr val="dk1"/>
              </a:solidFill>
              <a:latin typeface="Calibri"/>
            </a:endParaRPr>
          </a:p>
        </p:txBody>
      </p:sp>
      <p:sp>
        <p:nvSpPr>
          <p:cNvPr id="465" name="Shape 7"/>
          <p:cNvSpPr/>
          <p:nvPr/>
        </p:nvSpPr>
        <p:spPr>
          <a:xfrm>
            <a:off x="548640" y="6163200"/>
            <a:ext cx="4187160" cy="365040"/>
          </a:xfrm>
          <a:prstGeom prst="roundRect">
            <a:avLst>
              <a:gd name="adj" fmla="val 50000"/>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466" name="Text 8"/>
          <p:cNvSpPr/>
          <p:nvPr/>
        </p:nvSpPr>
        <p:spPr>
          <a:xfrm>
            <a:off x="731520" y="6163200"/>
            <a:ext cx="391284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chemeClr val="accent1"/>
                </a:solidFill>
                <a:latin typeface="Calibri"/>
              </a:rPr>
              <a:t>→  Por último: el promedio de una marca</a:t>
            </a:r>
            <a:endParaRPr lang="en-US" sz="1300" b="0" strike="noStrike" spc="-1">
              <a:solidFill>
                <a:srgbClr val="000000"/>
              </a:solidFill>
              <a:latin typeface="Arial"/>
            </a:endParaRPr>
          </a:p>
        </p:txBody>
      </p:sp>
      <p:sp>
        <p:nvSpPr>
          <p:cNvPr id="467" name="Shape 9"/>
          <p:cNvSpPr/>
          <p:nvPr/>
        </p:nvSpPr>
        <p:spPr>
          <a:xfrm>
            <a:off x="9509760" y="749880"/>
            <a:ext cx="2129760" cy="365040"/>
          </a:xfrm>
          <a:prstGeom prst="roundRect">
            <a:avLst>
              <a:gd name="adj" fmla="val 50000"/>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468" name="Text 10"/>
          <p:cNvSpPr/>
          <p:nvPr/>
        </p:nvSpPr>
        <p:spPr>
          <a:xfrm>
            <a:off x="9509760" y="749880"/>
            <a:ext cx="212976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chemeClr val="dk1"/>
                </a:solidFill>
                <a:latin typeface="Calibri"/>
              </a:rPr>
              <a:t>Funcionalidad 4 de 5</a:t>
            </a:r>
            <a:endParaRPr lang="en-US" sz="1200" b="0" strike="noStrike" spc="-1">
              <a:solidFill>
                <a:srgbClr val="000000"/>
              </a:solidFill>
              <a:latin typeface="Arial"/>
            </a:endParaRPr>
          </a:p>
        </p:txBody>
      </p:sp>
      <p:sp>
        <p:nvSpPr>
          <p:cNvPr id="469" name="Text 11"/>
          <p:cNvSpPr/>
          <p:nvPr/>
        </p:nvSpPr>
        <p:spPr>
          <a:xfrm>
            <a:off x="548640" y="1325880"/>
            <a:ext cx="73144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strike="noStrike" spc="-1">
                <a:solidFill>
                  <a:schemeClr val="accent1"/>
                </a:solidFill>
                <a:latin typeface="Courier New"/>
                <a:ea typeface="Courier New"/>
              </a:rPr>
              <a:t>reponerStockProducto(id, nuevoPrecio)</a:t>
            </a:r>
            <a:endParaRPr lang="en-US" sz="1400" b="0" strike="noStrike" spc="-1">
              <a:solidFill>
                <a:srgbClr val="000000"/>
              </a:solidFill>
              <a:latin typeface="Arial"/>
            </a:endParaRPr>
          </a:p>
        </p:txBody>
      </p:sp>
      <p:sp>
        <p:nvSpPr>
          <p:cNvPr id="470" name="Text 12"/>
          <p:cNvSpPr/>
          <p:nvPr/>
        </p:nvSpPr>
        <p:spPr>
          <a:xfrm>
            <a:off x="548640" y="1828800"/>
            <a:ext cx="475416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strike="noStrike" spc="-1">
                <a:solidFill>
                  <a:schemeClr val="dk1"/>
                </a:solidFill>
                <a:latin typeface="Calibri"/>
              </a:rPr>
              <a:t>Tres intentos de cambiar un precio:</a:t>
            </a:r>
            <a:endParaRPr lang="en-US" sz="1400" b="0" strike="noStrike" spc="-1">
              <a:solidFill>
                <a:srgbClr val="000000"/>
              </a:solidFill>
              <a:latin typeface="Arial"/>
            </a:endParaRPr>
          </a:p>
        </p:txBody>
      </p:sp>
      <p:sp>
        <p:nvSpPr>
          <p:cNvPr id="471" name="Shape 13"/>
          <p:cNvSpPr/>
          <p:nvPr/>
        </p:nvSpPr>
        <p:spPr>
          <a:xfrm>
            <a:off x="548640" y="2194560"/>
            <a:ext cx="4754160" cy="566280"/>
          </a:xfrm>
          <a:prstGeom prst="roundRect">
            <a:avLst>
              <a:gd name="adj" fmla="val 19355"/>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472" name="Text 14"/>
          <p:cNvSpPr/>
          <p:nvPr/>
        </p:nvSpPr>
        <p:spPr>
          <a:xfrm>
            <a:off x="731520" y="2194560"/>
            <a:ext cx="18280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chemeClr val="dk1"/>
                </a:solidFill>
                <a:latin typeface="Calibri"/>
              </a:rPr>
              <a:t>P02 · 30.0</a:t>
            </a:r>
            <a:endParaRPr lang="en-US" sz="1400" b="0" strike="noStrike" spc="-1">
              <a:solidFill>
                <a:srgbClr val="000000"/>
              </a:solidFill>
              <a:latin typeface="Arial"/>
            </a:endParaRPr>
          </a:p>
        </p:txBody>
      </p:sp>
      <p:sp>
        <p:nvSpPr>
          <p:cNvPr id="473" name="Text 15"/>
          <p:cNvSpPr/>
          <p:nvPr/>
        </p:nvSpPr>
        <p:spPr>
          <a:xfrm>
            <a:off x="2514600" y="2194560"/>
            <a:ext cx="13708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chemeClr val="dk2"/>
                </a:solidFill>
                <a:latin typeface="Calibri"/>
              </a:rPr>
              <a:t>25.0 → 30.0</a:t>
            </a:r>
            <a:endParaRPr lang="en-US" sz="1400" b="0" strike="noStrike" spc="-1">
              <a:solidFill>
                <a:srgbClr val="000000"/>
              </a:solidFill>
              <a:latin typeface="Arial"/>
            </a:endParaRPr>
          </a:p>
        </p:txBody>
      </p:sp>
      <p:sp>
        <p:nvSpPr>
          <p:cNvPr id="474" name="Shape 16"/>
          <p:cNvSpPr/>
          <p:nvPr/>
        </p:nvSpPr>
        <p:spPr>
          <a:xfrm>
            <a:off x="3931920" y="2313360"/>
            <a:ext cx="1279440" cy="328320"/>
          </a:xfrm>
          <a:prstGeom prst="roundRect">
            <a:avLst>
              <a:gd name="adj" fmla="val 50000"/>
            </a:avLst>
          </a:prstGeom>
          <a:solidFill>
            <a:schemeClr val="accent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475" name="Text 17"/>
          <p:cNvSpPr/>
          <p:nvPr/>
        </p:nvSpPr>
        <p:spPr>
          <a:xfrm>
            <a:off x="3931920" y="2313360"/>
            <a:ext cx="127944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chemeClr val="dk1"/>
                </a:solidFill>
                <a:latin typeface="Calibri"/>
              </a:rPr>
              <a:t>true</a:t>
            </a:r>
            <a:endParaRPr lang="en-US" sz="1100" b="0" strike="noStrike" spc="-1">
              <a:solidFill>
                <a:srgbClr val="000000"/>
              </a:solidFill>
              <a:latin typeface="Arial"/>
            </a:endParaRPr>
          </a:p>
        </p:txBody>
      </p:sp>
      <p:sp>
        <p:nvSpPr>
          <p:cNvPr id="476" name="Shape 18"/>
          <p:cNvSpPr/>
          <p:nvPr/>
        </p:nvSpPr>
        <p:spPr>
          <a:xfrm>
            <a:off x="548640" y="2871360"/>
            <a:ext cx="4754160" cy="566280"/>
          </a:xfrm>
          <a:prstGeom prst="roundRect">
            <a:avLst>
              <a:gd name="adj" fmla="val 19355"/>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477" name="Text 19"/>
          <p:cNvSpPr/>
          <p:nvPr/>
        </p:nvSpPr>
        <p:spPr>
          <a:xfrm>
            <a:off x="731520" y="2871360"/>
            <a:ext cx="18280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chemeClr val="dk1"/>
                </a:solidFill>
                <a:latin typeface="Calibri"/>
              </a:rPr>
              <a:t>P99 · 500.0</a:t>
            </a:r>
            <a:endParaRPr lang="en-US" sz="1400" b="0" strike="noStrike" spc="-1">
              <a:solidFill>
                <a:srgbClr val="000000"/>
              </a:solidFill>
              <a:latin typeface="Arial"/>
            </a:endParaRPr>
          </a:p>
        </p:txBody>
      </p:sp>
      <p:sp>
        <p:nvSpPr>
          <p:cNvPr id="478" name="Text 20"/>
          <p:cNvSpPr/>
          <p:nvPr/>
        </p:nvSpPr>
        <p:spPr>
          <a:xfrm>
            <a:off x="2514600" y="2871360"/>
            <a:ext cx="13708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chemeClr val="dk2"/>
                </a:solidFill>
                <a:latin typeface="Calibri"/>
              </a:rPr>
              <a:t>ID no existe</a:t>
            </a:r>
            <a:endParaRPr lang="en-US" sz="1400" b="0" strike="noStrike" spc="-1">
              <a:solidFill>
                <a:srgbClr val="000000"/>
              </a:solidFill>
              <a:latin typeface="Arial"/>
            </a:endParaRPr>
          </a:p>
        </p:txBody>
      </p:sp>
      <p:sp>
        <p:nvSpPr>
          <p:cNvPr id="479" name="Shape 21"/>
          <p:cNvSpPr/>
          <p:nvPr/>
        </p:nvSpPr>
        <p:spPr>
          <a:xfrm>
            <a:off x="3931920" y="2990160"/>
            <a:ext cx="1279440" cy="328320"/>
          </a:xfrm>
          <a:prstGeom prst="roundRect">
            <a:avLst>
              <a:gd name="adj" fmla="val 50000"/>
            </a:avLst>
          </a:prstGeom>
          <a:solidFill>
            <a:schemeClr val="accent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480" name="Text 22"/>
          <p:cNvSpPr/>
          <p:nvPr/>
        </p:nvSpPr>
        <p:spPr>
          <a:xfrm>
            <a:off x="3931920" y="2990160"/>
            <a:ext cx="127944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chemeClr val="dk1"/>
                </a:solidFill>
                <a:latin typeface="Calibri"/>
              </a:rPr>
              <a:t>false</a:t>
            </a:r>
            <a:endParaRPr lang="en-US" sz="1100" b="0" strike="noStrike" spc="-1">
              <a:solidFill>
                <a:srgbClr val="000000"/>
              </a:solidFill>
              <a:latin typeface="Arial"/>
            </a:endParaRPr>
          </a:p>
        </p:txBody>
      </p:sp>
      <p:sp>
        <p:nvSpPr>
          <p:cNvPr id="481" name="Shape 23"/>
          <p:cNvSpPr/>
          <p:nvPr/>
        </p:nvSpPr>
        <p:spPr>
          <a:xfrm>
            <a:off x="548640" y="3547800"/>
            <a:ext cx="4754160" cy="566280"/>
          </a:xfrm>
          <a:prstGeom prst="roundRect">
            <a:avLst>
              <a:gd name="adj" fmla="val 19355"/>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482" name="Text 24"/>
          <p:cNvSpPr/>
          <p:nvPr/>
        </p:nvSpPr>
        <p:spPr>
          <a:xfrm>
            <a:off x="731520" y="3547800"/>
            <a:ext cx="18280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chemeClr val="dk1"/>
                </a:solidFill>
                <a:latin typeface="Calibri"/>
              </a:rPr>
              <a:t>P01 · −500.0</a:t>
            </a:r>
            <a:endParaRPr lang="en-US" sz="1400" b="0" strike="noStrike" spc="-1">
              <a:solidFill>
                <a:srgbClr val="000000"/>
              </a:solidFill>
              <a:latin typeface="Arial"/>
            </a:endParaRPr>
          </a:p>
        </p:txBody>
      </p:sp>
      <p:sp>
        <p:nvSpPr>
          <p:cNvPr id="483" name="Text 25"/>
          <p:cNvSpPr/>
          <p:nvPr/>
        </p:nvSpPr>
        <p:spPr>
          <a:xfrm>
            <a:off x="2514600" y="3547800"/>
            <a:ext cx="13708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chemeClr val="dk2"/>
                </a:solidFill>
                <a:latin typeface="Calibri"/>
              </a:rPr>
              <a:t>precio ≤ 0</a:t>
            </a:r>
            <a:endParaRPr lang="en-US" sz="1400" b="0" strike="noStrike" spc="-1">
              <a:solidFill>
                <a:srgbClr val="000000"/>
              </a:solidFill>
              <a:latin typeface="Arial"/>
            </a:endParaRPr>
          </a:p>
        </p:txBody>
      </p:sp>
      <p:sp>
        <p:nvSpPr>
          <p:cNvPr id="484" name="Shape 26"/>
          <p:cNvSpPr/>
          <p:nvPr/>
        </p:nvSpPr>
        <p:spPr>
          <a:xfrm>
            <a:off x="3931920" y="3666600"/>
            <a:ext cx="1279440" cy="328320"/>
          </a:xfrm>
          <a:prstGeom prst="roundRect">
            <a:avLst>
              <a:gd name="adj" fmla="val 50000"/>
            </a:avLst>
          </a:prstGeom>
          <a:solidFill>
            <a:schemeClr val="accent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485" name="Text 27"/>
          <p:cNvSpPr/>
          <p:nvPr/>
        </p:nvSpPr>
        <p:spPr>
          <a:xfrm>
            <a:off x="3931920" y="3666600"/>
            <a:ext cx="127944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chemeClr val="dk1"/>
                </a:solidFill>
                <a:latin typeface="Calibri"/>
              </a:rPr>
              <a:t>false</a:t>
            </a:r>
            <a:endParaRPr lang="en-US" sz="1100" b="0" strike="noStrike" spc="-1">
              <a:solidFill>
                <a:srgbClr val="000000"/>
              </a:solidFill>
              <a:latin typeface="Arial"/>
            </a:endParaRPr>
          </a:p>
        </p:txBody>
      </p:sp>
      <p:sp>
        <p:nvSpPr>
          <p:cNvPr id="486" name="Shape 28"/>
          <p:cNvSpPr/>
          <p:nvPr/>
        </p:nvSpPr>
        <p:spPr>
          <a:xfrm>
            <a:off x="548640" y="5029200"/>
            <a:ext cx="4754160" cy="913680"/>
          </a:xfrm>
          <a:prstGeom prst="roundRect">
            <a:avLst>
              <a:gd name="adj" fmla="val 12000"/>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487" name="Text 29"/>
          <p:cNvSpPr/>
          <p:nvPr/>
        </p:nvSpPr>
        <p:spPr>
          <a:xfrm>
            <a:off x="777240" y="5029200"/>
            <a:ext cx="4296960" cy="913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chemeClr val="accent2"/>
                </a:solidFill>
                <a:latin typeface="Calibri"/>
              </a:rPr>
              <a:t>Ojo: </a:t>
            </a:r>
            <a:r>
              <a:rPr lang="en-US" sz="1400" b="0" strike="noStrike" spc="-1">
                <a:solidFill>
                  <a:schemeClr val="lt1"/>
                </a:solidFill>
                <a:latin typeface="Calibri"/>
              </a:rPr>
              <a:t>se llama «reponer stock», pero el enunciado pide solo cambiar el precio.</a:t>
            </a:r>
            <a:endParaRPr lang="en-US" sz="1400" b="0" strike="noStrike" spc="-1">
              <a:solidFill>
                <a:srgbClr val="000000"/>
              </a:solidFill>
              <a:latin typeface="Arial"/>
            </a:endParaRPr>
          </a:p>
        </p:txBody>
      </p:sp>
      <p:sp>
        <p:nvSpPr>
          <p:cNvPr id="488" name="Shape 30"/>
          <p:cNvSpPr/>
          <p:nvPr/>
        </p:nvSpPr>
        <p:spPr>
          <a:xfrm>
            <a:off x="5577840" y="1828800"/>
            <a:ext cx="6061680" cy="2117520"/>
          </a:xfrm>
          <a:prstGeom prst="roundRect">
            <a:avLst>
              <a:gd name="adj" fmla="val 5180"/>
            </a:avLst>
          </a:prstGeom>
          <a:solidFill>
            <a:schemeClr val="tx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489" name="Text 31"/>
          <p:cNvSpPr/>
          <p:nvPr/>
        </p:nvSpPr>
        <p:spPr>
          <a:xfrm>
            <a:off x="5806440" y="1974960"/>
            <a:ext cx="560448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1" strike="noStrike" spc="-1">
                <a:solidFill>
                  <a:schemeClr val="accent2"/>
                </a:solidFill>
                <a:latin typeface="Calibri"/>
              </a:rPr>
              <a:t>GestorTechMarket.java</a:t>
            </a:r>
            <a:endParaRPr lang="en-US" sz="1100" b="0" strike="noStrike" spc="-1">
              <a:solidFill>
                <a:srgbClr val="000000"/>
              </a:solidFill>
              <a:latin typeface="Arial"/>
            </a:endParaRPr>
          </a:p>
        </p:txBody>
      </p:sp>
      <p:sp>
        <p:nvSpPr>
          <p:cNvPr id="490" name="Text 32"/>
          <p:cNvSpPr/>
          <p:nvPr/>
        </p:nvSpPr>
        <p:spPr>
          <a:xfrm>
            <a:off x="5806440" y="2331720"/>
            <a:ext cx="5695920" cy="1431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strike="noStrike" spc="-1">
                <a:solidFill>
                  <a:schemeClr val="lt1"/>
                </a:solidFill>
                <a:latin typeface="Courier New"/>
                <a:ea typeface="Courier New"/>
              </a:rPr>
              <a:t>Producto p = buscarPorId(id);</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accent2"/>
                </a:solidFill>
                <a:latin typeface="Courier New"/>
                <a:ea typeface="Courier New"/>
              </a:rPr>
              <a:t>if (p == null) {</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    System.out.println("ERROR: No existe un producto con ese ID");</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    return false;</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accent2"/>
                </a:solidFill>
                <a:latin typeface="Courier New"/>
                <a:ea typeface="Courier New"/>
              </a:rPr>
              <a:t>p.setPrecio(nuevoPrecio);</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System.out.println("Precio actualizado correctamente");</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return true;</a:t>
            </a:r>
            <a:endParaRPr lang="en-US" sz="1100" b="0" strike="noStrike" spc="-1">
              <a:solidFill>
                <a:srgbClr val="000000"/>
              </a:solidFill>
              <a:latin typeface="Arial"/>
            </a:endParaRPr>
          </a:p>
        </p:txBody>
      </p:sp>
      <p:sp>
        <p:nvSpPr>
          <p:cNvPr id="491" name="Shape 33"/>
          <p:cNvSpPr/>
          <p:nvPr/>
        </p:nvSpPr>
        <p:spPr>
          <a:xfrm>
            <a:off x="5577840" y="4129920"/>
            <a:ext cx="6061680" cy="1050840"/>
          </a:xfrm>
          <a:prstGeom prst="roundRect">
            <a:avLst>
              <a:gd name="adj" fmla="val 10435"/>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492" name="Text 34"/>
          <p:cNvSpPr/>
          <p:nvPr/>
        </p:nvSpPr>
        <p:spPr>
          <a:xfrm>
            <a:off x="5806440" y="4276440"/>
            <a:ext cx="560448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1" strike="noStrike" spc="-1">
                <a:solidFill>
                  <a:schemeClr val="accent2"/>
                </a:solidFill>
                <a:latin typeface="Calibri"/>
              </a:rPr>
              <a:t>▶ Salida de las pruebas (5 y negativo 3)</a:t>
            </a:r>
            <a:endParaRPr lang="en-US" sz="1100" b="0" strike="noStrike" spc="-1">
              <a:solidFill>
                <a:srgbClr val="000000"/>
              </a:solidFill>
              <a:latin typeface="Arial"/>
            </a:endParaRPr>
          </a:p>
        </p:txBody>
      </p:sp>
      <p:sp>
        <p:nvSpPr>
          <p:cNvPr id="493" name="Text 35"/>
          <p:cNvSpPr/>
          <p:nvPr/>
        </p:nvSpPr>
        <p:spPr>
          <a:xfrm>
            <a:off x="5806440" y="4632840"/>
            <a:ext cx="5695920" cy="410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strike="noStrike" spc="-1">
                <a:solidFill>
                  <a:schemeClr val="accent3"/>
                </a:solidFill>
                <a:latin typeface="Courier New"/>
                <a:ea typeface="Courier New"/>
              </a:rPr>
              <a:t>Precio actualizado correctamente</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accent3"/>
                </a:solidFill>
                <a:latin typeface="Courier New"/>
                <a:ea typeface="Courier New"/>
              </a:rPr>
              <a:t>ERROR: No existe un producto con ese ID</a:t>
            </a:r>
            <a:endParaRPr lang="en-US" sz="1100" b="0" strike="noStrike" spc="-1">
              <a:solidFill>
                <a:srgbClr val="000000"/>
              </a:solidFill>
              <a:latin typeface="Arial"/>
            </a:endParaRPr>
          </a:p>
        </p:txBody>
      </p:sp>
      <p:sp>
        <p:nvSpPr>
          <p:cNvPr id="494" name="PlaceHolder 2"/>
          <p:cNvSpPr>
            <a:spLocks noGrp="1"/>
          </p:cNvSpPr>
          <p:nvPr>
            <p:ph type="sldNum" idx="15"/>
          </p:nvPr>
        </p:nvSpPr>
        <p:spPr>
          <a:xfrm>
            <a:off x="11247120" y="6309360"/>
            <a:ext cx="392400" cy="27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000" b="0" strike="noStrike" spc="-1">
                <a:solidFill>
                  <a:srgbClr val="7A7FA8"/>
                </a:solidFill>
                <a:latin typeface="Calibri"/>
              </a:defRPr>
            </a:lvl1pPr>
          </a:lstStyle>
          <a:p>
            <a:pPr indent="0" defTabSz="914400">
              <a:lnSpc>
                <a:spcPct val="100000"/>
              </a:lnSpc>
              <a:buNone/>
              <a:tabLst>
                <a:tab pos="0" algn="l"/>
              </a:tabLst>
            </a:pPr>
            <a:fld id="{8850F333-08EF-415A-B93F-1E5EBD1F4B68}" type="slidenum">
              <a:rPr lang="en-US" sz="1000" b="0" strike="noStrike" spc="-1">
                <a:solidFill>
                  <a:srgbClr val="7A7FA8"/>
                </a:solidFill>
                <a:latin typeface="Calibri"/>
              </a:rPr>
              <a:t>12</a:t>
            </a:fld>
            <a:endParaRPr lang="en-US" sz="100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p15="http://schemas.microsoft.com/office/powerpoint/2012/main"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 name="Text 0"/>
          <p:cNvSpPr/>
          <p:nvPr/>
        </p:nvSpPr>
        <p:spPr>
          <a:xfrm>
            <a:off x="548640" y="274320"/>
            <a:ext cx="45712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97">
                <a:solidFill>
                  <a:schemeClr val="accent1"/>
                </a:solidFill>
                <a:latin typeface="Calibri"/>
              </a:rPr>
              <a:t>3 · LA IMPLEMENTACIÓN</a:t>
            </a:r>
            <a:endParaRPr lang="en-US" sz="1200" b="0" strike="noStrike" spc="-1">
              <a:solidFill>
                <a:srgbClr val="000000"/>
              </a:solidFill>
              <a:latin typeface="Arial"/>
            </a:endParaRPr>
          </a:p>
        </p:txBody>
      </p:sp>
      <p:sp>
        <p:nvSpPr>
          <p:cNvPr id="496" name="Shape 1"/>
          <p:cNvSpPr/>
          <p:nvPr/>
        </p:nvSpPr>
        <p:spPr>
          <a:xfrm>
            <a:off x="1042416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497" name="Shape 2"/>
          <p:cNvSpPr/>
          <p:nvPr/>
        </p:nvSpPr>
        <p:spPr>
          <a:xfrm>
            <a:off x="1066176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498" name="Shape 3"/>
          <p:cNvSpPr/>
          <p:nvPr/>
        </p:nvSpPr>
        <p:spPr>
          <a:xfrm>
            <a:off x="10899720" y="329040"/>
            <a:ext cx="127440" cy="1274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499" name="Shape 4"/>
          <p:cNvSpPr/>
          <p:nvPr/>
        </p:nvSpPr>
        <p:spPr>
          <a:xfrm>
            <a:off x="1113732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500" name="Shape 5"/>
          <p:cNvSpPr/>
          <p:nvPr/>
        </p:nvSpPr>
        <p:spPr>
          <a:xfrm>
            <a:off x="1137528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501" name="PlaceHolder 1"/>
          <p:cNvSpPr>
            <a:spLocks noGrp="1"/>
          </p:cNvSpPr>
          <p:nvPr>
            <p:ph type="title"/>
          </p:nvPr>
        </p:nvSpPr>
        <p:spPr>
          <a:xfrm>
            <a:off x="548640" y="567000"/>
            <a:ext cx="8777520" cy="730800"/>
          </a:xfrm>
          <a:prstGeom prst="rect">
            <a:avLst/>
          </a:prstGeom>
          <a:noFill/>
          <a:ln w="0">
            <a:noFill/>
          </a:ln>
        </p:spPr>
        <p:txBody>
          <a:bodyPr lIns="0" tIns="0" rIns="0" bIns="0" anchor="ctr">
            <a:noAutofit/>
          </a:bodyPr>
          <a:lstStyle/>
          <a:p>
            <a:pPr indent="0" defTabSz="914400">
              <a:lnSpc>
                <a:spcPct val="100000"/>
              </a:lnSpc>
              <a:buNone/>
              <a:tabLst>
                <a:tab pos="0" algn="l"/>
              </a:tabLst>
            </a:pPr>
            <a:r>
              <a:rPr lang="en-US" sz="3400" b="1" strike="noStrike" spc="-1">
                <a:solidFill>
                  <a:schemeClr val="dk1"/>
                </a:solidFill>
                <a:latin typeface="Cambria"/>
              </a:rPr>
              <a:t>Promedio por marca</a:t>
            </a:r>
            <a:endParaRPr lang="en-US" sz="3400" b="0" strike="noStrike" spc="-1">
              <a:solidFill>
                <a:schemeClr val="dk1"/>
              </a:solidFill>
              <a:latin typeface="Calibri"/>
            </a:endParaRPr>
          </a:p>
        </p:txBody>
      </p:sp>
      <p:sp>
        <p:nvSpPr>
          <p:cNvPr id="502" name="Shape 7"/>
          <p:cNvSpPr/>
          <p:nvPr/>
        </p:nvSpPr>
        <p:spPr>
          <a:xfrm>
            <a:off x="548640" y="6163200"/>
            <a:ext cx="5723280" cy="365040"/>
          </a:xfrm>
          <a:prstGeom prst="roundRect">
            <a:avLst>
              <a:gd name="adj" fmla="val 50000"/>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503" name="Text 8"/>
          <p:cNvSpPr/>
          <p:nvPr/>
        </p:nvSpPr>
        <p:spPr>
          <a:xfrm>
            <a:off x="731520" y="6163200"/>
            <a:ext cx="544896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chemeClr val="accent1"/>
                </a:solidFill>
                <a:latin typeface="Calibri"/>
              </a:rPr>
              <a:t>→  El catálogo está completo. ¿Cómo lo usa una persona?</a:t>
            </a:r>
            <a:endParaRPr lang="en-US" sz="1300" b="0" strike="noStrike" spc="-1">
              <a:solidFill>
                <a:srgbClr val="000000"/>
              </a:solidFill>
              <a:latin typeface="Arial"/>
            </a:endParaRPr>
          </a:p>
        </p:txBody>
      </p:sp>
      <p:sp>
        <p:nvSpPr>
          <p:cNvPr id="504" name="Shape 9"/>
          <p:cNvSpPr/>
          <p:nvPr/>
        </p:nvSpPr>
        <p:spPr>
          <a:xfrm>
            <a:off x="9509760" y="749880"/>
            <a:ext cx="2129760" cy="365040"/>
          </a:xfrm>
          <a:prstGeom prst="roundRect">
            <a:avLst>
              <a:gd name="adj" fmla="val 50000"/>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505" name="Text 10"/>
          <p:cNvSpPr/>
          <p:nvPr/>
        </p:nvSpPr>
        <p:spPr>
          <a:xfrm>
            <a:off x="9509760" y="749880"/>
            <a:ext cx="212976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chemeClr val="dk1"/>
                </a:solidFill>
                <a:latin typeface="Calibri"/>
              </a:rPr>
              <a:t>Funcionalidad 5 de 5</a:t>
            </a:r>
            <a:endParaRPr lang="en-US" sz="1200" b="0" strike="noStrike" spc="-1">
              <a:solidFill>
                <a:srgbClr val="000000"/>
              </a:solidFill>
              <a:latin typeface="Arial"/>
            </a:endParaRPr>
          </a:p>
        </p:txBody>
      </p:sp>
      <p:sp>
        <p:nvSpPr>
          <p:cNvPr id="506" name="Text 11"/>
          <p:cNvSpPr/>
          <p:nvPr/>
        </p:nvSpPr>
        <p:spPr>
          <a:xfrm>
            <a:off x="548640" y="1325880"/>
            <a:ext cx="73144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strike="noStrike" spc="-1">
                <a:solidFill>
                  <a:schemeClr val="accent1"/>
                </a:solidFill>
                <a:latin typeface="Courier New"/>
                <a:ea typeface="Courier New"/>
              </a:rPr>
              <a:t>promedioPrecioPorMarca(marca)</a:t>
            </a:r>
            <a:endParaRPr lang="en-US" sz="1400" b="0" strike="noStrike" spc="-1">
              <a:solidFill>
                <a:srgbClr val="000000"/>
              </a:solidFill>
              <a:latin typeface="Arial"/>
            </a:endParaRPr>
          </a:p>
        </p:txBody>
      </p:sp>
      <p:sp>
        <p:nvSpPr>
          <p:cNvPr id="507" name="Text 12"/>
          <p:cNvSpPr/>
          <p:nvPr/>
        </p:nvSpPr>
        <p:spPr>
          <a:xfrm>
            <a:off x="548640" y="1828800"/>
            <a:ext cx="475416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strike="noStrike" spc="-1">
                <a:solidFill>
                  <a:schemeClr val="dk1"/>
                </a:solidFill>
                <a:latin typeface="Calibri"/>
              </a:rPr>
              <a:t>Promedio de ASUS (ya con el descuento):</a:t>
            </a:r>
            <a:endParaRPr lang="en-US" sz="1400" b="0" strike="noStrike" spc="-1">
              <a:solidFill>
                <a:srgbClr val="000000"/>
              </a:solidFill>
              <a:latin typeface="Arial"/>
            </a:endParaRPr>
          </a:p>
        </p:txBody>
      </p:sp>
      <p:sp>
        <p:nvSpPr>
          <p:cNvPr id="508" name="Shape 13"/>
          <p:cNvSpPr/>
          <p:nvPr/>
        </p:nvSpPr>
        <p:spPr>
          <a:xfrm>
            <a:off x="548640" y="2194560"/>
            <a:ext cx="4754160" cy="566280"/>
          </a:xfrm>
          <a:prstGeom prst="roundRect">
            <a:avLst>
              <a:gd name="adj" fmla="val 19355"/>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509" name="Text 14"/>
          <p:cNvSpPr/>
          <p:nvPr/>
        </p:nvSpPr>
        <p:spPr>
          <a:xfrm>
            <a:off x="731520" y="2194560"/>
            <a:ext cx="18280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chemeClr val="dk1"/>
                </a:solidFill>
                <a:latin typeface="Calibri"/>
              </a:rPr>
              <a:t>Laptop Gaming</a:t>
            </a:r>
            <a:endParaRPr lang="en-US" sz="1400" b="0" strike="noStrike" spc="-1">
              <a:solidFill>
                <a:srgbClr val="000000"/>
              </a:solidFill>
              <a:latin typeface="Arial"/>
            </a:endParaRPr>
          </a:p>
        </p:txBody>
      </p:sp>
      <p:sp>
        <p:nvSpPr>
          <p:cNvPr id="510" name="Text 15"/>
          <p:cNvSpPr/>
          <p:nvPr/>
        </p:nvSpPr>
        <p:spPr>
          <a:xfrm>
            <a:off x="2514600" y="2194560"/>
            <a:ext cx="13708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chemeClr val="dk2"/>
                </a:solidFill>
                <a:latin typeface="Calibri"/>
              </a:rPr>
              <a:t>1080.0</a:t>
            </a:r>
            <a:endParaRPr lang="en-US" sz="1400" b="0" strike="noStrike" spc="-1">
              <a:solidFill>
                <a:srgbClr val="000000"/>
              </a:solidFill>
              <a:latin typeface="Arial"/>
            </a:endParaRPr>
          </a:p>
        </p:txBody>
      </p:sp>
      <p:sp>
        <p:nvSpPr>
          <p:cNvPr id="511" name="Shape 16"/>
          <p:cNvSpPr/>
          <p:nvPr/>
        </p:nvSpPr>
        <p:spPr>
          <a:xfrm>
            <a:off x="3931920" y="2313360"/>
            <a:ext cx="1279440" cy="328320"/>
          </a:xfrm>
          <a:prstGeom prst="roundRect">
            <a:avLst>
              <a:gd name="adj" fmla="val 50000"/>
            </a:avLst>
          </a:prstGeom>
          <a:solidFill>
            <a:schemeClr val="accent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512" name="Text 17"/>
          <p:cNvSpPr/>
          <p:nvPr/>
        </p:nvSpPr>
        <p:spPr>
          <a:xfrm>
            <a:off x="3931920" y="2313360"/>
            <a:ext cx="127944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chemeClr val="dk1"/>
                </a:solidFill>
                <a:latin typeface="Calibri"/>
              </a:rPr>
              <a:t>cuenta</a:t>
            </a:r>
            <a:endParaRPr lang="en-US" sz="1100" b="0" strike="noStrike" spc="-1">
              <a:solidFill>
                <a:srgbClr val="000000"/>
              </a:solidFill>
              <a:latin typeface="Arial"/>
            </a:endParaRPr>
          </a:p>
        </p:txBody>
      </p:sp>
      <p:sp>
        <p:nvSpPr>
          <p:cNvPr id="513" name="Shape 18"/>
          <p:cNvSpPr/>
          <p:nvPr/>
        </p:nvSpPr>
        <p:spPr>
          <a:xfrm>
            <a:off x="548640" y="2871360"/>
            <a:ext cx="4754160" cy="566280"/>
          </a:xfrm>
          <a:prstGeom prst="roundRect">
            <a:avLst>
              <a:gd name="adj" fmla="val 19355"/>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514" name="Text 19"/>
          <p:cNvSpPr/>
          <p:nvPr/>
        </p:nvSpPr>
        <p:spPr>
          <a:xfrm>
            <a:off x="731520" y="2871360"/>
            <a:ext cx="18280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chemeClr val="dk1"/>
                </a:solidFill>
                <a:latin typeface="Calibri"/>
              </a:rPr>
              <a:t>Mouse Inalámbrico</a:t>
            </a:r>
            <a:endParaRPr lang="en-US" sz="1400" b="0" strike="noStrike" spc="-1">
              <a:solidFill>
                <a:srgbClr val="000000"/>
              </a:solidFill>
              <a:latin typeface="Arial"/>
            </a:endParaRPr>
          </a:p>
        </p:txBody>
      </p:sp>
      <p:sp>
        <p:nvSpPr>
          <p:cNvPr id="515" name="Text 20"/>
          <p:cNvSpPr/>
          <p:nvPr/>
        </p:nvSpPr>
        <p:spPr>
          <a:xfrm>
            <a:off x="2514600" y="2871360"/>
            <a:ext cx="13708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chemeClr val="dk2"/>
                </a:solidFill>
                <a:latin typeface="Calibri"/>
              </a:rPr>
              <a:t>25.0</a:t>
            </a:r>
            <a:endParaRPr lang="en-US" sz="1400" b="0" strike="noStrike" spc="-1">
              <a:solidFill>
                <a:srgbClr val="000000"/>
              </a:solidFill>
              <a:latin typeface="Arial"/>
            </a:endParaRPr>
          </a:p>
        </p:txBody>
      </p:sp>
      <p:sp>
        <p:nvSpPr>
          <p:cNvPr id="516" name="Shape 21"/>
          <p:cNvSpPr/>
          <p:nvPr/>
        </p:nvSpPr>
        <p:spPr>
          <a:xfrm>
            <a:off x="3931920" y="2990160"/>
            <a:ext cx="1279440" cy="328320"/>
          </a:xfrm>
          <a:prstGeom prst="roundRect">
            <a:avLst>
              <a:gd name="adj" fmla="val 50000"/>
            </a:avLst>
          </a:prstGeom>
          <a:solidFill>
            <a:schemeClr val="accent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517" name="Text 22"/>
          <p:cNvSpPr/>
          <p:nvPr/>
        </p:nvSpPr>
        <p:spPr>
          <a:xfrm>
            <a:off x="3931920" y="2990160"/>
            <a:ext cx="127944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chemeClr val="dk1"/>
                </a:solidFill>
                <a:latin typeface="Calibri"/>
              </a:rPr>
              <a:t>no es ASUS</a:t>
            </a:r>
            <a:endParaRPr lang="en-US" sz="1100" b="0" strike="noStrike" spc="-1">
              <a:solidFill>
                <a:srgbClr val="000000"/>
              </a:solidFill>
              <a:latin typeface="Arial"/>
            </a:endParaRPr>
          </a:p>
        </p:txBody>
      </p:sp>
      <p:sp>
        <p:nvSpPr>
          <p:cNvPr id="518" name="Shape 23"/>
          <p:cNvSpPr/>
          <p:nvPr/>
        </p:nvSpPr>
        <p:spPr>
          <a:xfrm>
            <a:off x="548640" y="3547800"/>
            <a:ext cx="4754160" cy="566280"/>
          </a:xfrm>
          <a:prstGeom prst="roundRect">
            <a:avLst>
              <a:gd name="adj" fmla="val 19355"/>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519" name="Text 24"/>
          <p:cNvSpPr/>
          <p:nvPr/>
        </p:nvSpPr>
        <p:spPr>
          <a:xfrm>
            <a:off x="731520" y="3547800"/>
            <a:ext cx="18280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chemeClr val="dk1"/>
                </a:solidFill>
                <a:latin typeface="Calibri"/>
              </a:rPr>
              <a:t>Teclado Mecánico</a:t>
            </a:r>
            <a:endParaRPr lang="en-US" sz="1400" b="0" strike="noStrike" spc="-1">
              <a:solidFill>
                <a:srgbClr val="000000"/>
              </a:solidFill>
              <a:latin typeface="Arial"/>
            </a:endParaRPr>
          </a:p>
        </p:txBody>
      </p:sp>
      <p:sp>
        <p:nvSpPr>
          <p:cNvPr id="520" name="Text 25"/>
          <p:cNvSpPr/>
          <p:nvPr/>
        </p:nvSpPr>
        <p:spPr>
          <a:xfrm>
            <a:off x="2514600" y="3547800"/>
            <a:ext cx="13708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chemeClr val="dk2"/>
                </a:solidFill>
                <a:latin typeface="Calibri"/>
              </a:rPr>
              <a:t>72.0</a:t>
            </a:r>
            <a:endParaRPr lang="en-US" sz="1400" b="0" strike="noStrike" spc="-1">
              <a:solidFill>
                <a:srgbClr val="000000"/>
              </a:solidFill>
              <a:latin typeface="Arial"/>
            </a:endParaRPr>
          </a:p>
        </p:txBody>
      </p:sp>
      <p:sp>
        <p:nvSpPr>
          <p:cNvPr id="521" name="Shape 26"/>
          <p:cNvSpPr/>
          <p:nvPr/>
        </p:nvSpPr>
        <p:spPr>
          <a:xfrm>
            <a:off x="3931920" y="3666600"/>
            <a:ext cx="1279440" cy="328320"/>
          </a:xfrm>
          <a:prstGeom prst="roundRect">
            <a:avLst>
              <a:gd name="adj" fmla="val 50000"/>
            </a:avLst>
          </a:prstGeom>
          <a:solidFill>
            <a:schemeClr val="accent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522" name="Text 27"/>
          <p:cNvSpPr/>
          <p:nvPr/>
        </p:nvSpPr>
        <p:spPr>
          <a:xfrm>
            <a:off x="3931920" y="3666600"/>
            <a:ext cx="127944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chemeClr val="dk1"/>
                </a:solidFill>
                <a:latin typeface="Calibri"/>
              </a:rPr>
              <a:t>cuenta</a:t>
            </a:r>
            <a:endParaRPr lang="en-US" sz="1100" b="0" strike="noStrike" spc="-1">
              <a:solidFill>
                <a:srgbClr val="000000"/>
              </a:solidFill>
              <a:latin typeface="Arial"/>
            </a:endParaRPr>
          </a:p>
        </p:txBody>
      </p:sp>
      <p:sp>
        <p:nvSpPr>
          <p:cNvPr id="523" name="Shape 28"/>
          <p:cNvSpPr/>
          <p:nvPr/>
        </p:nvSpPr>
        <p:spPr>
          <a:xfrm>
            <a:off x="548640" y="4224600"/>
            <a:ext cx="4754160" cy="566280"/>
          </a:xfrm>
          <a:prstGeom prst="roundRect">
            <a:avLst>
              <a:gd name="adj" fmla="val 19355"/>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524" name="Text 29"/>
          <p:cNvSpPr/>
          <p:nvPr/>
        </p:nvSpPr>
        <p:spPr>
          <a:xfrm>
            <a:off x="731520" y="4224600"/>
            <a:ext cx="18280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chemeClr val="dk1"/>
                </a:solidFill>
                <a:latin typeface="Calibri"/>
              </a:rPr>
              <a:t>Monitor 24"</a:t>
            </a:r>
            <a:endParaRPr lang="en-US" sz="1400" b="0" strike="noStrike" spc="-1">
              <a:solidFill>
                <a:srgbClr val="000000"/>
              </a:solidFill>
              <a:latin typeface="Arial"/>
            </a:endParaRPr>
          </a:p>
        </p:txBody>
      </p:sp>
      <p:sp>
        <p:nvSpPr>
          <p:cNvPr id="525" name="Text 30"/>
          <p:cNvSpPr/>
          <p:nvPr/>
        </p:nvSpPr>
        <p:spPr>
          <a:xfrm>
            <a:off x="2514600" y="4224600"/>
            <a:ext cx="13708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chemeClr val="dk2"/>
                </a:solidFill>
                <a:latin typeface="Calibri"/>
              </a:rPr>
              <a:t>180.0</a:t>
            </a:r>
            <a:endParaRPr lang="en-US" sz="1400" b="0" strike="noStrike" spc="-1">
              <a:solidFill>
                <a:srgbClr val="000000"/>
              </a:solidFill>
              <a:latin typeface="Arial"/>
            </a:endParaRPr>
          </a:p>
        </p:txBody>
      </p:sp>
      <p:sp>
        <p:nvSpPr>
          <p:cNvPr id="526" name="Shape 31"/>
          <p:cNvSpPr/>
          <p:nvPr/>
        </p:nvSpPr>
        <p:spPr>
          <a:xfrm>
            <a:off x="3931920" y="4343400"/>
            <a:ext cx="1279440" cy="328320"/>
          </a:xfrm>
          <a:prstGeom prst="roundRect">
            <a:avLst>
              <a:gd name="adj" fmla="val 50000"/>
            </a:avLst>
          </a:prstGeom>
          <a:solidFill>
            <a:schemeClr val="accent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527" name="Text 32"/>
          <p:cNvSpPr/>
          <p:nvPr/>
        </p:nvSpPr>
        <p:spPr>
          <a:xfrm>
            <a:off x="3931920" y="4343400"/>
            <a:ext cx="127944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chemeClr val="dk1"/>
                </a:solidFill>
                <a:latin typeface="Calibri"/>
              </a:rPr>
              <a:t>no es ASUS</a:t>
            </a:r>
            <a:endParaRPr lang="en-US" sz="1100" b="0" strike="noStrike" spc="-1">
              <a:solidFill>
                <a:srgbClr val="000000"/>
              </a:solidFill>
              <a:latin typeface="Arial"/>
            </a:endParaRPr>
          </a:p>
        </p:txBody>
      </p:sp>
      <p:sp>
        <p:nvSpPr>
          <p:cNvPr id="528" name="Shape 33"/>
          <p:cNvSpPr/>
          <p:nvPr/>
        </p:nvSpPr>
        <p:spPr>
          <a:xfrm>
            <a:off x="548640" y="5047920"/>
            <a:ext cx="4754160" cy="913680"/>
          </a:xfrm>
          <a:prstGeom prst="roundRect">
            <a:avLst>
              <a:gd name="adj" fmla="val 12000"/>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529" name="Text 34"/>
          <p:cNvSpPr/>
          <p:nvPr/>
        </p:nvSpPr>
        <p:spPr>
          <a:xfrm>
            <a:off x="777240" y="5029200"/>
            <a:ext cx="4296960" cy="913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chemeClr val="accent2"/>
                </a:solidFill>
                <a:latin typeface="Calibri"/>
              </a:rPr>
              <a:t>(1080.0 + 72.0) / 2 = 576.0</a:t>
            </a:r>
            <a:endParaRPr lang="en-US" sz="1400" b="0" strike="noStrike" spc="-1">
              <a:solidFill>
                <a:srgbClr val="000000"/>
              </a:solidFill>
              <a:latin typeface="Arial"/>
            </a:endParaRPr>
          </a:p>
          <a:p>
            <a:pPr defTabSz="914400">
              <a:lnSpc>
                <a:spcPct val="100000"/>
              </a:lnSpc>
              <a:tabLst>
                <a:tab pos="0" algn="l"/>
              </a:tabLst>
            </a:pPr>
            <a:r>
              <a:rPr lang="en-US" sz="1400" b="0" strike="noStrike" spc="-1">
                <a:solidFill>
                  <a:schemeClr val="lt1"/>
                </a:solidFill>
                <a:latin typeface="Calibri"/>
              </a:rPr>
              <a:t>Sin productos de esa marca: 0.0</a:t>
            </a:r>
            <a:endParaRPr lang="en-US" sz="1400" b="0" strike="noStrike" spc="-1">
              <a:solidFill>
                <a:srgbClr val="000000"/>
              </a:solidFill>
              <a:latin typeface="Arial"/>
            </a:endParaRPr>
          </a:p>
        </p:txBody>
      </p:sp>
      <p:sp>
        <p:nvSpPr>
          <p:cNvPr id="530" name="Shape 35"/>
          <p:cNvSpPr/>
          <p:nvPr/>
        </p:nvSpPr>
        <p:spPr>
          <a:xfrm>
            <a:off x="5577839" y="1828800"/>
            <a:ext cx="6278188" cy="2922644"/>
          </a:xfrm>
          <a:prstGeom prst="roundRect">
            <a:avLst>
              <a:gd name="adj" fmla="val 4800"/>
            </a:avLst>
          </a:prstGeom>
          <a:solidFill>
            <a:schemeClr val="tx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531" name="Text 36"/>
          <p:cNvSpPr/>
          <p:nvPr/>
        </p:nvSpPr>
        <p:spPr>
          <a:xfrm>
            <a:off x="5806440" y="1974960"/>
            <a:ext cx="560448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1" strike="noStrike" spc="-1">
                <a:solidFill>
                  <a:schemeClr val="accent2"/>
                </a:solidFill>
                <a:latin typeface="Calibri"/>
              </a:rPr>
              <a:t>GestorTechMarket.java</a:t>
            </a:r>
            <a:endParaRPr lang="en-US" sz="1100" b="0" strike="noStrike" spc="-1">
              <a:solidFill>
                <a:srgbClr val="000000"/>
              </a:solidFill>
              <a:latin typeface="Arial"/>
            </a:endParaRPr>
          </a:p>
        </p:txBody>
      </p:sp>
      <p:sp>
        <p:nvSpPr>
          <p:cNvPr id="532" name="Text 37"/>
          <p:cNvSpPr/>
          <p:nvPr/>
        </p:nvSpPr>
        <p:spPr>
          <a:xfrm>
            <a:off x="5806440" y="2331720"/>
            <a:ext cx="5833080" cy="227356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strike="noStrike" spc="-1" dirty="0">
                <a:solidFill>
                  <a:schemeClr val="lt1"/>
                </a:solidFill>
                <a:latin typeface="Courier New"/>
                <a:ea typeface="Courier New"/>
              </a:rPr>
              <a:t>double </a:t>
            </a:r>
            <a:r>
              <a:rPr lang="en-US" sz="1100" b="0" strike="noStrike" spc="-1" dirty="0" err="1">
                <a:solidFill>
                  <a:schemeClr val="lt1"/>
                </a:solidFill>
                <a:latin typeface="Courier New"/>
                <a:ea typeface="Courier New"/>
              </a:rPr>
              <a:t>suma</a:t>
            </a:r>
            <a:r>
              <a:rPr lang="en-US" sz="1100" b="0" strike="noStrike" spc="-1" dirty="0">
                <a:solidFill>
                  <a:schemeClr val="lt1"/>
                </a:solidFill>
                <a:latin typeface="Courier New"/>
                <a:ea typeface="Courier New"/>
              </a:rPr>
              <a:t> = 0;</a:t>
            </a:r>
            <a:endParaRPr lang="en-US" sz="1100" b="0" strike="noStrike" spc="-1" dirty="0">
              <a:solidFill>
                <a:srgbClr val="000000"/>
              </a:solidFill>
              <a:latin typeface="Arial"/>
            </a:endParaRPr>
          </a:p>
          <a:p>
            <a:pPr defTabSz="914400">
              <a:lnSpc>
                <a:spcPct val="100000"/>
              </a:lnSpc>
              <a:tabLst>
                <a:tab pos="0" algn="l"/>
              </a:tabLst>
            </a:pPr>
            <a:r>
              <a:rPr lang="en-US" sz="1100" b="0" strike="noStrike" spc="-1" dirty="0" err="1">
                <a:solidFill>
                  <a:schemeClr val="lt1"/>
                </a:solidFill>
                <a:latin typeface="Courier New"/>
                <a:ea typeface="Courier New"/>
              </a:rPr>
              <a:t>int</a:t>
            </a:r>
            <a:r>
              <a:rPr lang="en-US" sz="1100" b="0" strike="noStrike" spc="-1" dirty="0">
                <a:solidFill>
                  <a:schemeClr val="lt1"/>
                </a:solidFill>
                <a:latin typeface="Courier New"/>
                <a:ea typeface="Courier New"/>
              </a:rPr>
              <a:t> cant = 0;</a:t>
            </a:r>
            <a:endParaRPr lang="en-US" sz="1100" b="0" strike="noStrike" spc="-1" dirty="0">
              <a:solidFill>
                <a:srgbClr val="000000"/>
              </a:solidFill>
              <a:latin typeface="Arial"/>
            </a:endParaRPr>
          </a:p>
          <a:p>
            <a:pPr defTabSz="914400">
              <a:lnSpc>
                <a:spcPct val="100000"/>
              </a:lnSpc>
              <a:tabLst>
                <a:tab pos="0" algn="l"/>
              </a:tabLst>
            </a:pPr>
            <a:r>
              <a:rPr lang="en-US" sz="1100" b="0" strike="noStrike" spc="-1" dirty="0">
                <a:solidFill>
                  <a:schemeClr val="lt1"/>
                </a:solidFill>
                <a:latin typeface="Courier New"/>
                <a:ea typeface="Courier New"/>
              </a:rPr>
              <a:t>for (</a:t>
            </a:r>
            <a:r>
              <a:rPr lang="en-US" sz="1100" b="0" strike="noStrike" spc="-1" dirty="0" err="1">
                <a:solidFill>
                  <a:schemeClr val="lt1"/>
                </a:solidFill>
                <a:latin typeface="Courier New"/>
                <a:ea typeface="Courier New"/>
              </a:rPr>
              <a:t>int</a:t>
            </a:r>
            <a:r>
              <a:rPr lang="en-US" sz="1100" b="0" strike="noStrike" spc="-1" dirty="0">
                <a:solidFill>
                  <a:schemeClr val="lt1"/>
                </a:solidFill>
                <a:latin typeface="Courier New"/>
                <a:ea typeface="Courier New"/>
              </a:rPr>
              <a:t> </a:t>
            </a:r>
            <a:r>
              <a:rPr lang="en-US" sz="1100" b="0" strike="noStrike" spc="-1" dirty="0" err="1">
                <a:solidFill>
                  <a:schemeClr val="lt1"/>
                </a:solidFill>
                <a:latin typeface="Courier New"/>
                <a:ea typeface="Courier New"/>
              </a:rPr>
              <a:t>i</a:t>
            </a:r>
            <a:r>
              <a:rPr lang="en-US" sz="1100" b="0" strike="noStrike" spc="-1" dirty="0">
                <a:solidFill>
                  <a:schemeClr val="lt1"/>
                </a:solidFill>
                <a:latin typeface="Courier New"/>
                <a:ea typeface="Courier New"/>
              </a:rPr>
              <a:t> = 0; </a:t>
            </a:r>
            <a:r>
              <a:rPr lang="en-US" sz="1100" b="0" strike="noStrike" spc="-1" dirty="0" err="1">
                <a:solidFill>
                  <a:schemeClr val="lt1"/>
                </a:solidFill>
                <a:latin typeface="Courier New"/>
                <a:ea typeface="Courier New"/>
              </a:rPr>
              <a:t>i</a:t>
            </a:r>
            <a:r>
              <a:rPr lang="en-US" sz="1100" b="0" strike="noStrike" spc="-1" dirty="0">
                <a:solidFill>
                  <a:schemeClr val="lt1"/>
                </a:solidFill>
                <a:latin typeface="Courier New"/>
                <a:ea typeface="Courier New"/>
              </a:rPr>
              <a:t> &lt; </a:t>
            </a:r>
            <a:r>
              <a:rPr lang="en-US" sz="1100" b="0" strike="noStrike" spc="-1" dirty="0" err="1">
                <a:solidFill>
                  <a:schemeClr val="lt1"/>
                </a:solidFill>
                <a:latin typeface="Courier New"/>
                <a:ea typeface="Courier New"/>
              </a:rPr>
              <a:t>productos.size</a:t>
            </a:r>
            <a:r>
              <a:rPr lang="en-US" sz="1100" b="0" strike="noStrike" spc="-1" dirty="0">
                <a:solidFill>
                  <a:schemeClr val="lt1"/>
                </a:solidFill>
                <a:latin typeface="Courier New"/>
                <a:ea typeface="Courier New"/>
              </a:rPr>
              <a:t>(); </a:t>
            </a:r>
            <a:r>
              <a:rPr lang="en-US" sz="1100" b="0" strike="noStrike" spc="-1" dirty="0" err="1">
                <a:solidFill>
                  <a:schemeClr val="lt1"/>
                </a:solidFill>
                <a:latin typeface="Courier New"/>
                <a:ea typeface="Courier New"/>
              </a:rPr>
              <a:t>i</a:t>
            </a:r>
            <a:r>
              <a:rPr lang="en-US" sz="1100" b="0" strike="noStrike" spc="-1" dirty="0">
                <a:solidFill>
                  <a:schemeClr val="lt1"/>
                </a:solidFill>
                <a:latin typeface="Courier New"/>
                <a:ea typeface="Courier New"/>
              </a:rPr>
              <a:t>++) {</a:t>
            </a:r>
            <a:endParaRPr lang="en-US" sz="1100" b="0" strike="noStrike" spc="-1" dirty="0">
              <a:solidFill>
                <a:srgbClr val="000000"/>
              </a:solidFill>
              <a:latin typeface="Arial"/>
            </a:endParaRPr>
          </a:p>
          <a:p>
            <a:pPr defTabSz="914400">
              <a:lnSpc>
                <a:spcPct val="100000"/>
              </a:lnSpc>
              <a:tabLst>
                <a:tab pos="0" algn="l"/>
              </a:tabLst>
            </a:pPr>
            <a:r>
              <a:rPr lang="en-US" sz="1100" b="0" strike="noStrike" spc="-1" dirty="0">
                <a:solidFill>
                  <a:schemeClr val="accent2"/>
                </a:solidFill>
                <a:latin typeface="Courier New"/>
                <a:ea typeface="Courier New"/>
              </a:rPr>
              <a:t>    if (</a:t>
            </a:r>
            <a:r>
              <a:rPr lang="en-US" sz="1100" b="0" strike="noStrike" spc="-1" dirty="0" err="1">
                <a:solidFill>
                  <a:schemeClr val="accent2"/>
                </a:solidFill>
                <a:latin typeface="Courier New"/>
                <a:ea typeface="Courier New"/>
              </a:rPr>
              <a:t>productos.get</a:t>
            </a:r>
            <a:r>
              <a:rPr lang="en-US" sz="1100" b="0" strike="noStrike" spc="-1" dirty="0">
                <a:solidFill>
                  <a:schemeClr val="accent2"/>
                </a:solidFill>
                <a:latin typeface="Courier New"/>
                <a:ea typeface="Courier New"/>
              </a:rPr>
              <a:t>(</a:t>
            </a:r>
            <a:r>
              <a:rPr lang="en-US" sz="1100" b="0" strike="noStrike" spc="-1" dirty="0" err="1">
                <a:solidFill>
                  <a:schemeClr val="accent2"/>
                </a:solidFill>
                <a:latin typeface="Courier New"/>
                <a:ea typeface="Courier New"/>
              </a:rPr>
              <a:t>i</a:t>
            </a:r>
            <a:r>
              <a:rPr lang="en-US" sz="1100" b="0" strike="noStrike" spc="-1" dirty="0">
                <a:solidFill>
                  <a:schemeClr val="accent2"/>
                </a:solidFill>
                <a:latin typeface="Courier New"/>
                <a:ea typeface="Courier New"/>
              </a:rPr>
              <a:t>).</a:t>
            </a:r>
            <a:r>
              <a:rPr lang="en-US" sz="1100" b="0" strike="noStrike" spc="-1" dirty="0" err="1">
                <a:solidFill>
                  <a:schemeClr val="accent2"/>
                </a:solidFill>
                <a:latin typeface="Courier New"/>
                <a:ea typeface="Courier New"/>
              </a:rPr>
              <a:t>getMarca</a:t>
            </a:r>
            <a:r>
              <a:rPr lang="en-US" sz="1100" b="0" strike="noStrike" spc="-1" dirty="0">
                <a:solidFill>
                  <a:schemeClr val="accent2"/>
                </a:solidFill>
                <a:latin typeface="Courier New"/>
                <a:ea typeface="Courier New"/>
              </a:rPr>
              <a:t>().</a:t>
            </a:r>
            <a:r>
              <a:rPr lang="en-US" sz="1100" b="0" strike="noStrike" spc="-1" dirty="0" err="1">
                <a:solidFill>
                  <a:schemeClr val="accent2"/>
                </a:solidFill>
                <a:latin typeface="Courier New"/>
                <a:ea typeface="Courier New"/>
              </a:rPr>
              <a:t>equalsIgnoreCase</a:t>
            </a:r>
            <a:r>
              <a:rPr lang="en-US" sz="1100" b="0" strike="noStrike" spc="-1" dirty="0">
                <a:solidFill>
                  <a:schemeClr val="accent2"/>
                </a:solidFill>
                <a:latin typeface="Courier New"/>
                <a:ea typeface="Courier New"/>
              </a:rPr>
              <a:t>(</a:t>
            </a:r>
            <a:r>
              <a:rPr lang="en-US" sz="1100" b="0" strike="noStrike" spc="-1" dirty="0" err="1">
                <a:solidFill>
                  <a:schemeClr val="accent2"/>
                </a:solidFill>
                <a:latin typeface="Courier New"/>
                <a:ea typeface="Courier New"/>
              </a:rPr>
              <a:t>marca</a:t>
            </a:r>
            <a:r>
              <a:rPr lang="en-US" sz="1100" b="0" strike="noStrike" spc="-1" dirty="0">
                <a:solidFill>
                  <a:schemeClr val="accent2"/>
                </a:solidFill>
                <a:latin typeface="Courier New"/>
                <a:ea typeface="Courier New"/>
              </a:rPr>
              <a:t>)) {</a:t>
            </a:r>
            <a:endParaRPr lang="en-US" sz="1100" b="0" strike="noStrike" spc="-1" dirty="0">
              <a:solidFill>
                <a:srgbClr val="000000"/>
              </a:solidFill>
              <a:latin typeface="Arial"/>
            </a:endParaRPr>
          </a:p>
          <a:p>
            <a:pPr defTabSz="914400">
              <a:lnSpc>
                <a:spcPct val="100000"/>
              </a:lnSpc>
              <a:tabLst>
                <a:tab pos="0" algn="l"/>
              </a:tabLst>
            </a:pPr>
            <a:r>
              <a:rPr lang="en-US" sz="1100" b="0" strike="noStrike" spc="-1" dirty="0">
                <a:solidFill>
                  <a:schemeClr val="lt1"/>
                </a:solidFill>
                <a:latin typeface="Courier New"/>
                <a:ea typeface="Courier New"/>
              </a:rPr>
              <a:t>        </a:t>
            </a:r>
            <a:r>
              <a:rPr lang="en-US" sz="1100" b="0" strike="noStrike" spc="-1" dirty="0" err="1">
                <a:solidFill>
                  <a:schemeClr val="lt1"/>
                </a:solidFill>
                <a:latin typeface="Courier New"/>
                <a:ea typeface="Courier New"/>
              </a:rPr>
              <a:t>suma</a:t>
            </a:r>
            <a:r>
              <a:rPr lang="en-US" sz="1100" b="0" strike="noStrike" spc="-1" dirty="0">
                <a:solidFill>
                  <a:schemeClr val="lt1"/>
                </a:solidFill>
                <a:latin typeface="Courier New"/>
                <a:ea typeface="Courier New"/>
              </a:rPr>
              <a:t> += </a:t>
            </a:r>
            <a:r>
              <a:rPr lang="en-US" sz="1100" b="0" strike="noStrike" spc="-1" dirty="0" err="1">
                <a:solidFill>
                  <a:schemeClr val="lt1"/>
                </a:solidFill>
                <a:latin typeface="Courier New"/>
                <a:ea typeface="Courier New"/>
              </a:rPr>
              <a:t>productos.get</a:t>
            </a:r>
            <a:r>
              <a:rPr lang="en-US" sz="1100" b="0" strike="noStrike" spc="-1" dirty="0">
                <a:solidFill>
                  <a:schemeClr val="lt1"/>
                </a:solidFill>
                <a:latin typeface="Courier New"/>
                <a:ea typeface="Courier New"/>
              </a:rPr>
              <a:t>(</a:t>
            </a:r>
            <a:r>
              <a:rPr lang="en-US" sz="1100" b="0" strike="noStrike" spc="-1" dirty="0" err="1">
                <a:solidFill>
                  <a:schemeClr val="lt1"/>
                </a:solidFill>
                <a:latin typeface="Courier New"/>
                <a:ea typeface="Courier New"/>
              </a:rPr>
              <a:t>i</a:t>
            </a:r>
            <a:r>
              <a:rPr lang="en-US" sz="1100" b="0" strike="noStrike" spc="-1" dirty="0">
                <a:solidFill>
                  <a:schemeClr val="lt1"/>
                </a:solidFill>
                <a:latin typeface="Courier New"/>
                <a:ea typeface="Courier New"/>
              </a:rPr>
              <a:t>).</a:t>
            </a:r>
            <a:r>
              <a:rPr lang="en-US" sz="1100" b="0" strike="noStrike" spc="-1" dirty="0" err="1">
                <a:solidFill>
                  <a:schemeClr val="lt1"/>
                </a:solidFill>
                <a:latin typeface="Courier New"/>
                <a:ea typeface="Courier New"/>
              </a:rPr>
              <a:t>getPrecio</a:t>
            </a:r>
            <a:r>
              <a:rPr lang="en-US" sz="1100" b="0" strike="noStrike" spc="-1" dirty="0">
                <a:solidFill>
                  <a:schemeClr val="lt1"/>
                </a:solidFill>
                <a:latin typeface="Courier New"/>
                <a:ea typeface="Courier New"/>
              </a:rPr>
              <a:t>();</a:t>
            </a:r>
            <a:endParaRPr lang="en-US" sz="1100" b="0" strike="noStrike" spc="-1" dirty="0">
              <a:solidFill>
                <a:srgbClr val="000000"/>
              </a:solidFill>
              <a:latin typeface="Arial"/>
            </a:endParaRPr>
          </a:p>
          <a:p>
            <a:pPr defTabSz="914400">
              <a:lnSpc>
                <a:spcPct val="100000"/>
              </a:lnSpc>
              <a:tabLst>
                <a:tab pos="0" algn="l"/>
              </a:tabLst>
            </a:pPr>
            <a:r>
              <a:rPr lang="en-US" sz="1100" b="0" strike="noStrike" spc="-1" dirty="0">
                <a:solidFill>
                  <a:schemeClr val="lt1"/>
                </a:solidFill>
                <a:latin typeface="Courier New"/>
                <a:ea typeface="Courier New"/>
              </a:rPr>
              <a:t>        cant++;</a:t>
            </a:r>
            <a:endParaRPr lang="en-US" sz="1100" b="0" strike="noStrike" spc="-1" dirty="0">
              <a:solidFill>
                <a:srgbClr val="000000"/>
              </a:solidFill>
              <a:latin typeface="Arial"/>
            </a:endParaRPr>
          </a:p>
          <a:p>
            <a:pPr defTabSz="914400">
              <a:lnSpc>
                <a:spcPct val="100000"/>
              </a:lnSpc>
              <a:tabLst>
                <a:tab pos="0" algn="l"/>
              </a:tabLst>
            </a:pPr>
            <a:r>
              <a:rPr lang="en-US" sz="1100" b="0" strike="noStrike" spc="-1" dirty="0">
                <a:solidFill>
                  <a:schemeClr val="lt1"/>
                </a:solidFill>
                <a:latin typeface="Courier New"/>
                <a:ea typeface="Courier New"/>
              </a:rPr>
              <a:t>    }</a:t>
            </a:r>
            <a:endParaRPr lang="en-US" sz="1100" b="0" strike="noStrike" spc="-1" dirty="0">
              <a:solidFill>
                <a:srgbClr val="000000"/>
              </a:solidFill>
              <a:latin typeface="Arial"/>
            </a:endParaRPr>
          </a:p>
          <a:p>
            <a:pPr defTabSz="914400">
              <a:lnSpc>
                <a:spcPct val="100000"/>
              </a:lnSpc>
              <a:tabLst>
                <a:tab pos="0" algn="l"/>
              </a:tabLst>
            </a:pPr>
            <a:r>
              <a:rPr lang="en-US" sz="1100" b="0" strike="noStrike" spc="-1" dirty="0" smtClean="0">
                <a:solidFill>
                  <a:schemeClr val="lt1"/>
                </a:solidFill>
                <a:latin typeface="Courier New"/>
                <a:ea typeface="Courier New"/>
              </a:rPr>
              <a:t>} </a:t>
            </a:r>
          </a:p>
          <a:p>
            <a:pPr defTabSz="914400">
              <a:lnSpc>
                <a:spcPct val="100000"/>
              </a:lnSpc>
              <a:tabLst>
                <a:tab pos="0" algn="l"/>
              </a:tabLst>
            </a:pPr>
            <a:r>
              <a:rPr lang="en-US" sz="1100" spc="-1" dirty="0">
                <a:solidFill>
                  <a:schemeClr val="lt1"/>
                </a:solidFill>
                <a:latin typeface="Courier New"/>
                <a:ea typeface="Courier New"/>
              </a:rPr>
              <a:t>i</a:t>
            </a:r>
            <a:r>
              <a:rPr lang="en-US" sz="1100" b="0" strike="noStrike" spc="-1" dirty="0" smtClean="0">
                <a:solidFill>
                  <a:schemeClr val="lt1"/>
                </a:solidFill>
                <a:latin typeface="Courier New"/>
                <a:ea typeface="Courier New"/>
              </a:rPr>
              <a:t>f (cant == 0){</a:t>
            </a:r>
          </a:p>
          <a:p>
            <a:pPr>
              <a:tabLst>
                <a:tab pos="0" algn="l"/>
              </a:tabLst>
            </a:pPr>
            <a:r>
              <a:rPr lang="pt-PT" sz="1100" spc="-1" dirty="0">
                <a:solidFill>
                  <a:schemeClr val="lt1"/>
                </a:solidFill>
                <a:latin typeface="Courier New"/>
              </a:rPr>
              <a:t> </a:t>
            </a:r>
            <a:r>
              <a:rPr lang="pt-PT" sz="1100" spc="-1" dirty="0" smtClean="0">
                <a:solidFill>
                  <a:schemeClr val="lt1"/>
                </a:solidFill>
                <a:latin typeface="Courier New"/>
              </a:rPr>
              <a:t>   </a:t>
            </a:r>
            <a:r>
              <a:rPr lang="en-US" sz="1100" spc="-1" dirty="0" err="1">
                <a:solidFill>
                  <a:schemeClr val="lt1"/>
                </a:solidFill>
                <a:latin typeface="Courier New"/>
                <a:ea typeface="Courier New"/>
              </a:rPr>
              <a:t>System.out.println</a:t>
            </a:r>
            <a:r>
              <a:rPr lang="en-US" sz="1100" spc="-1" dirty="0">
                <a:solidFill>
                  <a:schemeClr val="lt1"/>
                </a:solidFill>
                <a:latin typeface="Courier New"/>
                <a:ea typeface="Courier New"/>
              </a:rPr>
              <a:t>("</a:t>
            </a:r>
            <a:r>
              <a:rPr lang="en-US" sz="1100" spc="-1" dirty="0" err="1">
                <a:solidFill>
                  <a:schemeClr val="lt1"/>
                </a:solidFill>
                <a:latin typeface="Courier New"/>
                <a:ea typeface="Courier New"/>
              </a:rPr>
              <a:t>Promedio</a:t>
            </a:r>
            <a:r>
              <a:rPr lang="en-US" sz="1100" spc="-1" dirty="0">
                <a:solidFill>
                  <a:schemeClr val="lt1"/>
                </a:solidFill>
                <a:latin typeface="Courier New"/>
                <a:ea typeface="Courier New"/>
              </a:rPr>
              <a:t>: </a:t>
            </a:r>
            <a:r>
              <a:rPr lang="en-US" sz="1100" spc="-1" dirty="0" smtClean="0">
                <a:solidFill>
                  <a:schemeClr val="lt1"/>
                </a:solidFill>
                <a:latin typeface="Courier New"/>
                <a:ea typeface="Courier New"/>
              </a:rPr>
              <a:t>0.0");</a:t>
            </a:r>
          </a:p>
          <a:p>
            <a:pPr>
              <a:tabLst>
                <a:tab pos="0" algn="l"/>
              </a:tabLst>
            </a:pPr>
            <a:r>
              <a:rPr lang="en-US" sz="1100" spc="-1" dirty="0" smtClean="0">
                <a:solidFill>
                  <a:schemeClr val="lt1"/>
                </a:solidFill>
                <a:latin typeface="Courier New"/>
                <a:ea typeface="Courier New"/>
              </a:rPr>
              <a:t>}else{</a:t>
            </a:r>
            <a:endParaRPr lang="en-US" sz="1100" spc="-1" dirty="0">
              <a:solidFill>
                <a:srgbClr val="000000"/>
              </a:solidFill>
              <a:latin typeface="Arial"/>
            </a:endParaRPr>
          </a:p>
          <a:p>
            <a:pPr defTabSz="914400">
              <a:lnSpc>
                <a:spcPct val="100000"/>
              </a:lnSpc>
              <a:tabLst>
                <a:tab pos="0" algn="l"/>
              </a:tabLst>
            </a:pPr>
            <a:r>
              <a:rPr lang="en-US" sz="1100" spc="-1" dirty="0">
                <a:solidFill>
                  <a:srgbClr val="000000"/>
                </a:solidFill>
                <a:latin typeface="Arial"/>
              </a:rPr>
              <a:t> </a:t>
            </a:r>
            <a:r>
              <a:rPr lang="en-US" sz="1100" spc="-1" dirty="0" smtClean="0">
                <a:solidFill>
                  <a:srgbClr val="000000"/>
                </a:solidFill>
                <a:latin typeface="Arial"/>
              </a:rPr>
              <a:t>        </a:t>
            </a:r>
            <a:r>
              <a:rPr lang="en-US" sz="1100" b="0" strike="noStrike" spc="-1" dirty="0" err="1" smtClean="0">
                <a:solidFill>
                  <a:schemeClr val="lt1"/>
                </a:solidFill>
                <a:latin typeface="Courier New"/>
                <a:ea typeface="Courier New"/>
              </a:rPr>
              <a:t>System.out.println</a:t>
            </a:r>
            <a:r>
              <a:rPr lang="en-US" sz="1100" b="0" strike="noStrike" spc="-1" dirty="0" smtClean="0">
                <a:solidFill>
                  <a:schemeClr val="lt1"/>
                </a:solidFill>
                <a:latin typeface="Courier New"/>
                <a:ea typeface="Courier New"/>
              </a:rPr>
              <a:t>("</a:t>
            </a:r>
            <a:r>
              <a:rPr lang="en-US" sz="1100" b="0" strike="noStrike" spc="-1" dirty="0" err="1" smtClean="0">
                <a:solidFill>
                  <a:schemeClr val="lt1"/>
                </a:solidFill>
                <a:latin typeface="Courier New"/>
                <a:ea typeface="Courier New"/>
              </a:rPr>
              <a:t>Promedio</a:t>
            </a:r>
            <a:r>
              <a:rPr lang="en-US" sz="1100" b="0" strike="noStrike" spc="-1" dirty="0" smtClean="0">
                <a:solidFill>
                  <a:schemeClr val="lt1"/>
                </a:solidFill>
                <a:latin typeface="Courier New"/>
                <a:ea typeface="Courier New"/>
              </a:rPr>
              <a:t>: " + (</a:t>
            </a:r>
            <a:r>
              <a:rPr lang="en-US" sz="1100" b="0" strike="noStrike" spc="-1" dirty="0" err="1" smtClean="0">
                <a:solidFill>
                  <a:schemeClr val="lt1"/>
                </a:solidFill>
                <a:latin typeface="Courier New"/>
                <a:ea typeface="Courier New"/>
              </a:rPr>
              <a:t>suma</a:t>
            </a:r>
            <a:r>
              <a:rPr lang="en-US" sz="1100" b="0" strike="noStrike" spc="-1" dirty="0" smtClean="0">
                <a:solidFill>
                  <a:schemeClr val="lt1"/>
                </a:solidFill>
                <a:latin typeface="Courier New"/>
                <a:ea typeface="Courier New"/>
              </a:rPr>
              <a:t> / cant));</a:t>
            </a:r>
          </a:p>
          <a:p>
            <a:pPr defTabSz="914400">
              <a:lnSpc>
                <a:spcPct val="100000"/>
              </a:lnSpc>
              <a:tabLst>
                <a:tab pos="0" algn="l"/>
              </a:tabLst>
            </a:pPr>
            <a:r>
              <a:rPr lang="en-US" sz="1100" b="0" strike="noStrike" spc="-1" dirty="0" smtClean="0">
                <a:solidFill>
                  <a:schemeClr val="lt1"/>
                </a:solidFill>
                <a:latin typeface="Courier New"/>
                <a:ea typeface="Courier New"/>
              </a:rPr>
              <a:t>}</a:t>
            </a:r>
            <a:endParaRPr lang="en-US" sz="1100" b="0" strike="noStrike" spc="-1" dirty="0">
              <a:solidFill>
                <a:srgbClr val="000000"/>
              </a:solidFill>
              <a:latin typeface="Arial"/>
            </a:endParaRPr>
          </a:p>
        </p:txBody>
      </p:sp>
      <p:sp>
        <p:nvSpPr>
          <p:cNvPr id="533" name="Shape 38"/>
          <p:cNvSpPr/>
          <p:nvPr/>
        </p:nvSpPr>
        <p:spPr>
          <a:xfrm>
            <a:off x="5686093" y="4928400"/>
            <a:ext cx="6061680" cy="1050840"/>
          </a:xfrm>
          <a:prstGeom prst="roundRect">
            <a:avLst>
              <a:gd name="adj" fmla="val 10435"/>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534" name="Text 39"/>
          <p:cNvSpPr/>
          <p:nvPr/>
        </p:nvSpPr>
        <p:spPr>
          <a:xfrm>
            <a:off x="5806440" y="5130720"/>
            <a:ext cx="560448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1" strike="noStrike" spc="-1" dirty="0">
                <a:solidFill>
                  <a:schemeClr val="accent2"/>
                </a:solidFill>
                <a:latin typeface="Calibri"/>
              </a:rPr>
              <a:t>▶ </a:t>
            </a:r>
            <a:r>
              <a:rPr lang="en-US" sz="1100" b="1" strike="noStrike" spc="-1" dirty="0" err="1">
                <a:solidFill>
                  <a:schemeClr val="accent2"/>
                </a:solidFill>
                <a:latin typeface="Calibri"/>
              </a:rPr>
              <a:t>Salida</a:t>
            </a:r>
            <a:r>
              <a:rPr lang="en-US" sz="1100" b="1" strike="noStrike" spc="-1" dirty="0">
                <a:solidFill>
                  <a:schemeClr val="accent2"/>
                </a:solidFill>
                <a:latin typeface="Calibri"/>
              </a:rPr>
              <a:t> de las </a:t>
            </a:r>
            <a:r>
              <a:rPr lang="en-US" sz="1100" b="1" strike="noStrike" spc="-1" dirty="0" err="1">
                <a:solidFill>
                  <a:schemeClr val="accent2"/>
                </a:solidFill>
                <a:latin typeface="Calibri"/>
              </a:rPr>
              <a:t>pruebas</a:t>
            </a:r>
            <a:r>
              <a:rPr lang="en-US" sz="1100" b="1" strike="noStrike" spc="-1" dirty="0">
                <a:solidFill>
                  <a:schemeClr val="accent2"/>
                </a:solidFill>
                <a:latin typeface="Calibri"/>
              </a:rPr>
              <a:t> (6 y </a:t>
            </a:r>
            <a:r>
              <a:rPr lang="en-US" sz="1100" b="1" strike="noStrike" spc="-1" dirty="0" err="1">
                <a:solidFill>
                  <a:schemeClr val="accent2"/>
                </a:solidFill>
                <a:latin typeface="Calibri"/>
              </a:rPr>
              <a:t>negativo</a:t>
            </a:r>
            <a:r>
              <a:rPr lang="en-US" sz="1100" b="1" strike="noStrike" spc="-1" dirty="0">
                <a:solidFill>
                  <a:schemeClr val="accent2"/>
                </a:solidFill>
                <a:latin typeface="Calibri"/>
              </a:rPr>
              <a:t> 2)</a:t>
            </a:r>
            <a:endParaRPr lang="en-US" sz="1100" b="0" strike="noStrike" spc="-1" dirty="0">
              <a:solidFill>
                <a:srgbClr val="000000"/>
              </a:solidFill>
              <a:latin typeface="Arial"/>
            </a:endParaRPr>
          </a:p>
        </p:txBody>
      </p:sp>
      <p:sp>
        <p:nvSpPr>
          <p:cNvPr id="535" name="Text 40"/>
          <p:cNvSpPr/>
          <p:nvPr/>
        </p:nvSpPr>
        <p:spPr>
          <a:xfrm>
            <a:off x="5868973" y="5399820"/>
            <a:ext cx="5695920" cy="410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strike="noStrike" spc="-1" dirty="0" err="1">
                <a:solidFill>
                  <a:schemeClr val="accent3"/>
                </a:solidFill>
                <a:latin typeface="Courier New"/>
                <a:ea typeface="Courier New"/>
              </a:rPr>
              <a:t>Promedio</a:t>
            </a:r>
            <a:r>
              <a:rPr lang="en-US" sz="1100" b="0" strike="noStrike" spc="-1" dirty="0">
                <a:solidFill>
                  <a:schemeClr val="accent3"/>
                </a:solidFill>
                <a:latin typeface="Courier New"/>
                <a:ea typeface="Courier New"/>
              </a:rPr>
              <a:t>: 576.0</a:t>
            </a:r>
            <a:endParaRPr lang="en-US" sz="1100" b="0" strike="noStrike" spc="-1" dirty="0">
              <a:solidFill>
                <a:srgbClr val="000000"/>
              </a:solidFill>
              <a:latin typeface="Arial"/>
            </a:endParaRPr>
          </a:p>
          <a:p>
            <a:pPr defTabSz="914400">
              <a:lnSpc>
                <a:spcPct val="100000"/>
              </a:lnSpc>
              <a:tabLst>
                <a:tab pos="0" algn="l"/>
              </a:tabLst>
            </a:pPr>
            <a:r>
              <a:rPr lang="en-US" sz="1100" b="0" strike="noStrike" spc="-1" dirty="0" err="1">
                <a:solidFill>
                  <a:schemeClr val="accent3"/>
                </a:solidFill>
                <a:latin typeface="Courier New"/>
                <a:ea typeface="Courier New"/>
              </a:rPr>
              <a:t>Promedio</a:t>
            </a:r>
            <a:r>
              <a:rPr lang="en-US" sz="1100" b="0" strike="noStrike" spc="-1" dirty="0">
                <a:solidFill>
                  <a:schemeClr val="accent3"/>
                </a:solidFill>
                <a:latin typeface="Courier New"/>
                <a:ea typeface="Courier New"/>
              </a:rPr>
              <a:t>: 0.0   (</a:t>
            </a:r>
            <a:r>
              <a:rPr lang="en-US" sz="1100" b="0" strike="noStrike" spc="-1" dirty="0" err="1">
                <a:solidFill>
                  <a:schemeClr val="accent3"/>
                </a:solidFill>
                <a:latin typeface="Courier New"/>
                <a:ea typeface="Courier New"/>
              </a:rPr>
              <a:t>marca</a:t>
            </a:r>
            <a:r>
              <a:rPr lang="en-US" sz="1100" b="0" strike="noStrike" spc="-1" dirty="0">
                <a:solidFill>
                  <a:schemeClr val="accent3"/>
                </a:solidFill>
                <a:latin typeface="Courier New"/>
                <a:ea typeface="Courier New"/>
              </a:rPr>
              <a:t> sin </a:t>
            </a:r>
            <a:r>
              <a:rPr lang="en-US" sz="1100" b="0" strike="noStrike" spc="-1" dirty="0" err="1">
                <a:solidFill>
                  <a:schemeClr val="accent3"/>
                </a:solidFill>
                <a:latin typeface="Courier New"/>
                <a:ea typeface="Courier New"/>
              </a:rPr>
              <a:t>productos</a:t>
            </a:r>
            <a:r>
              <a:rPr lang="en-US" sz="1100" b="0" strike="noStrike" spc="-1" dirty="0">
                <a:solidFill>
                  <a:schemeClr val="accent3"/>
                </a:solidFill>
                <a:latin typeface="Courier New"/>
                <a:ea typeface="Courier New"/>
              </a:rPr>
              <a:t>)</a:t>
            </a:r>
            <a:endParaRPr lang="en-US" sz="1100" b="0" strike="noStrike" spc="-1" dirty="0">
              <a:solidFill>
                <a:srgbClr val="000000"/>
              </a:solidFill>
              <a:latin typeface="Arial"/>
            </a:endParaRPr>
          </a:p>
        </p:txBody>
      </p:sp>
      <p:sp>
        <p:nvSpPr>
          <p:cNvPr id="536" name="PlaceHolder 2"/>
          <p:cNvSpPr>
            <a:spLocks noGrp="1"/>
          </p:cNvSpPr>
          <p:nvPr>
            <p:ph type="sldNum" idx="16"/>
          </p:nvPr>
        </p:nvSpPr>
        <p:spPr>
          <a:xfrm>
            <a:off x="11247120" y="6309360"/>
            <a:ext cx="392400" cy="27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000" b="0" strike="noStrike" spc="-1">
                <a:solidFill>
                  <a:srgbClr val="7A7FA8"/>
                </a:solidFill>
                <a:latin typeface="Calibri"/>
              </a:defRPr>
            </a:lvl1pPr>
          </a:lstStyle>
          <a:p>
            <a:pPr indent="0" defTabSz="914400">
              <a:lnSpc>
                <a:spcPct val="100000"/>
              </a:lnSpc>
              <a:buNone/>
              <a:tabLst>
                <a:tab pos="0" algn="l"/>
              </a:tabLst>
            </a:pPr>
            <a:fld id="{C7636787-3041-4BA0-A459-832A4E91EE44}" type="slidenum">
              <a:rPr lang="en-US" sz="1000" b="0" strike="noStrike" spc="-1">
                <a:solidFill>
                  <a:srgbClr val="7A7FA8"/>
                </a:solidFill>
                <a:latin typeface="Calibri"/>
              </a:rPr>
              <a:t>13</a:t>
            </a:fld>
            <a:endParaRPr lang="en-US" sz="100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p15="http://schemas.microsoft.com/office/powerpoint/2012/main"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 name="Text 0"/>
          <p:cNvSpPr/>
          <p:nvPr/>
        </p:nvSpPr>
        <p:spPr>
          <a:xfrm>
            <a:off x="548640" y="274320"/>
            <a:ext cx="45712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97">
                <a:solidFill>
                  <a:schemeClr val="accent1"/>
                </a:solidFill>
                <a:latin typeface="Calibri"/>
              </a:rPr>
              <a:t>3 · LA IMPLEMENTACIÓN</a:t>
            </a:r>
            <a:endParaRPr lang="en-US" sz="1200" b="0" strike="noStrike" spc="-1">
              <a:solidFill>
                <a:srgbClr val="000000"/>
              </a:solidFill>
              <a:latin typeface="Arial"/>
            </a:endParaRPr>
          </a:p>
        </p:txBody>
      </p:sp>
      <p:sp>
        <p:nvSpPr>
          <p:cNvPr id="538" name="Shape 1"/>
          <p:cNvSpPr/>
          <p:nvPr/>
        </p:nvSpPr>
        <p:spPr>
          <a:xfrm>
            <a:off x="1042416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539" name="Shape 2"/>
          <p:cNvSpPr/>
          <p:nvPr/>
        </p:nvSpPr>
        <p:spPr>
          <a:xfrm>
            <a:off x="1066176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540" name="Shape 3"/>
          <p:cNvSpPr/>
          <p:nvPr/>
        </p:nvSpPr>
        <p:spPr>
          <a:xfrm>
            <a:off x="10899720" y="329040"/>
            <a:ext cx="127440" cy="1274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541" name="Shape 4"/>
          <p:cNvSpPr/>
          <p:nvPr/>
        </p:nvSpPr>
        <p:spPr>
          <a:xfrm>
            <a:off x="1113732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542" name="Shape 5"/>
          <p:cNvSpPr/>
          <p:nvPr/>
        </p:nvSpPr>
        <p:spPr>
          <a:xfrm>
            <a:off x="1137528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543" name="PlaceHolder 1"/>
          <p:cNvSpPr>
            <a:spLocks noGrp="1"/>
          </p:cNvSpPr>
          <p:nvPr>
            <p:ph type="title"/>
          </p:nvPr>
        </p:nvSpPr>
        <p:spPr>
          <a:xfrm>
            <a:off x="548640" y="567000"/>
            <a:ext cx="8777520" cy="730800"/>
          </a:xfrm>
          <a:prstGeom prst="rect">
            <a:avLst/>
          </a:prstGeom>
          <a:noFill/>
          <a:ln w="0">
            <a:noFill/>
          </a:ln>
        </p:spPr>
        <p:txBody>
          <a:bodyPr lIns="0" tIns="0" rIns="0" bIns="0" anchor="ctr">
            <a:noAutofit/>
          </a:bodyPr>
          <a:lstStyle/>
          <a:p>
            <a:pPr indent="0" defTabSz="914400">
              <a:lnSpc>
                <a:spcPct val="100000"/>
              </a:lnSpc>
              <a:buNone/>
              <a:tabLst>
                <a:tab pos="0" algn="l"/>
              </a:tabLst>
            </a:pPr>
            <a:r>
              <a:rPr lang="en-US" sz="3400" b="1" strike="noStrike" spc="-1">
                <a:solidFill>
                  <a:schemeClr val="dk1"/>
                </a:solidFill>
                <a:latin typeface="Cambria"/>
              </a:rPr>
              <a:t>Main: la puerta de entrada</a:t>
            </a:r>
            <a:endParaRPr lang="en-US" sz="3400" b="0" strike="noStrike" spc="-1">
              <a:solidFill>
                <a:schemeClr val="dk1"/>
              </a:solidFill>
              <a:latin typeface="Calibri"/>
            </a:endParaRPr>
          </a:p>
        </p:txBody>
      </p:sp>
      <p:sp>
        <p:nvSpPr>
          <p:cNvPr id="544" name="Shape 7"/>
          <p:cNvSpPr/>
          <p:nvPr/>
        </p:nvSpPr>
        <p:spPr>
          <a:xfrm>
            <a:off x="548640" y="6163200"/>
            <a:ext cx="4955400" cy="365040"/>
          </a:xfrm>
          <a:prstGeom prst="roundRect">
            <a:avLst>
              <a:gd name="adj" fmla="val 50000"/>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545" name="Text 8"/>
          <p:cNvSpPr/>
          <p:nvPr/>
        </p:nvSpPr>
        <p:spPr>
          <a:xfrm>
            <a:off x="731520" y="6163200"/>
            <a:ext cx="468108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chemeClr val="accent1"/>
                </a:solidFill>
                <a:latin typeface="Calibri"/>
              </a:rPr>
              <a:t>→  Todo junto funciona. ¿Lo probamos de verdad?</a:t>
            </a:r>
            <a:endParaRPr lang="en-US" sz="1300" b="0" strike="noStrike" spc="-1">
              <a:solidFill>
                <a:srgbClr val="000000"/>
              </a:solidFill>
              <a:latin typeface="Arial"/>
            </a:endParaRPr>
          </a:p>
        </p:txBody>
      </p:sp>
      <p:sp>
        <p:nvSpPr>
          <p:cNvPr id="546" name="Shape 9"/>
          <p:cNvSpPr/>
          <p:nvPr/>
        </p:nvSpPr>
        <p:spPr>
          <a:xfrm>
            <a:off x="548640" y="1554480"/>
            <a:ext cx="4754160" cy="2696760"/>
          </a:xfrm>
          <a:prstGeom prst="roundRect">
            <a:avLst>
              <a:gd name="adj" fmla="val 4068"/>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547" name="Text 10"/>
          <p:cNvSpPr/>
          <p:nvPr/>
        </p:nvSpPr>
        <p:spPr>
          <a:xfrm>
            <a:off x="777240" y="1700640"/>
            <a:ext cx="429696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1" strike="noStrike" spc="-1">
                <a:solidFill>
                  <a:schemeClr val="accent2"/>
                </a:solidFill>
                <a:latin typeface="Calibri"/>
              </a:rPr>
              <a:t>▶ El menú en consola</a:t>
            </a:r>
            <a:endParaRPr lang="en-US" sz="1100" b="0" strike="noStrike" spc="-1">
              <a:solidFill>
                <a:srgbClr val="000000"/>
              </a:solidFill>
              <a:latin typeface="Arial"/>
            </a:endParaRPr>
          </a:p>
        </p:txBody>
      </p:sp>
      <p:sp>
        <p:nvSpPr>
          <p:cNvPr id="548" name="Text 11"/>
          <p:cNvSpPr/>
          <p:nvPr/>
        </p:nvSpPr>
        <p:spPr>
          <a:xfrm>
            <a:off x="777240" y="2057400"/>
            <a:ext cx="4388400" cy="205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strike="noStrike" spc="-1">
                <a:solidFill>
                  <a:schemeClr val="accent3"/>
                </a:solidFill>
                <a:latin typeface="Courier New"/>
                <a:ea typeface="Courier New"/>
              </a:rPr>
              <a:t>---MENÚ---</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accent3"/>
                </a:solidFill>
                <a:latin typeface="Courier New"/>
                <a:ea typeface="Courier New"/>
              </a:rPr>
              <a:t>1. Agregar producto</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accent3"/>
                </a:solidFill>
                <a:latin typeface="Courier New"/>
                <a:ea typeface="Courier New"/>
              </a:rPr>
              <a:t>2. Mostrar todos los productos</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accent3"/>
                </a:solidFill>
                <a:latin typeface="Courier New"/>
                <a:ea typeface="Courier New"/>
              </a:rPr>
              <a:t>3. Filtrar productos por rango de precio</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accent3"/>
                </a:solidFill>
                <a:latin typeface="Courier New"/>
                <a:ea typeface="Courier New"/>
              </a:rPr>
              <a:t>4. Aplicar descuento por marca</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accent3"/>
                </a:solidFill>
                <a:latin typeface="Courier New"/>
                <a:ea typeface="Courier New"/>
              </a:rPr>
              <a:t>5. Buscar producto más barato</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accent3"/>
                </a:solidFill>
                <a:latin typeface="Courier New"/>
                <a:ea typeface="Courier New"/>
              </a:rPr>
              <a:t>6. Reponer stock de producto</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accent3"/>
                </a:solidFill>
                <a:latin typeface="Courier New"/>
                <a:ea typeface="Courier New"/>
              </a:rPr>
              <a:t>7. Promedio de precio por marca</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accent3"/>
                </a:solidFill>
                <a:latin typeface="Courier New"/>
                <a:ea typeface="Courier New"/>
              </a:rPr>
              <a:t>8. Ejecutar casos de prueba</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accent3"/>
                </a:solidFill>
                <a:latin typeface="Courier New"/>
                <a:ea typeface="Courier New"/>
              </a:rPr>
              <a:t>9. Salir</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accent3"/>
                </a:solidFill>
                <a:latin typeface="Courier New"/>
                <a:ea typeface="Courier New"/>
              </a:rPr>
              <a:t>Opción:</a:t>
            </a:r>
            <a:endParaRPr lang="en-US" sz="1100" b="0" strike="noStrike" spc="-1">
              <a:solidFill>
                <a:srgbClr val="000000"/>
              </a:solidFill>
              <a:latin typeface="Arial"/>
            </a:endParaRPr>
          </a:p>
        </p:txBody>
      </p:sp>
      <p:sp>
        <p:nvSpPr>
          <p:cNvPr id="549" name="Shape 12"/>
          <p:cNvSpPr/>
          <p:nvPr/>
        </p:nvSpPr>
        <p:spPr>
          <a:xfrm>
            <a:off x="5577840" y="1554480"/>
            <a:ext cx="6061680" cy="2285280"/>
          </a:xfrm>
          <a:prstGeom prst="roundRect">
            <a:avLst>
              <a:gd name="adj" fmla="val 4800"/>
            </a:avLst>
          </a:prstGeom>
          <a:solidFill>
            <a:schemeClr val="tx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550" name="Text 13"/>
          <p:cNvSpPr/>
          <p:nvPr/>
        </p:nvSpPr>
        <p:spPr>
          <a:xfrm>
            <a:off x="5806440" y="1700640"/>
            <a:ext cx="560448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1" strike="noStrike" spc="-1">
                <a:solidFill>
                  <a:schemeClr val="accent2"/>
                </a:solidFill>
                <a:latin typeface="Calibri"/>
              </a:rPr>
              <a:t>Main.java</a:t>
            </a:r>
            <a:endParaRPr lang="en-US" sz="1100" b="0" strike="noStrike" spc="-1">
              <a:solidFill>
                <a:srgbClr val="000000"/>
              </a:solidFill>
              <a:latin typeface="Arial"/>
            </a:endParaRPr>
          </a:p>
        </p:txBody>
      </p:sp>
      <p:sp>
        <p:nvSpPr>
          <p:cNvPr id="551" name="Text 14"/>
          <p:cNvSpPr/>
          <p:nvPr/>
        </p:nvSpPr>
        <p:spPr>
          <a:xfrm>
            <a:off x="5806440" y="2057400"/>
            <a:ext cx="5695920" cy="159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strike="noStrike" spc="-1">
                <a:solidFill>
                  <a:schemeClr val="lt1"/>
                </a:solidFill>
                <a:latin typeface="Courier New"/>
                <a:ea typeface="Courier New"/>
              </a:rPr>
              <a:t>int opcion = gestor.validarOpcion(in, 1, 9);</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 </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if (opcion == 3) {</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accent2"/>
                </a:solidFill>
                <a:latin typeface="Courier New"/>
                <a:ea typeface="Courier New"/>
              </a:rPr>
              <a:t>    double min = gestor.validarNumero(in, "precio mínimo", 0);</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accent2"/>
                </a:solidFill>
                <a:latin typeface="Courier New"/>
                <a:ea typeface="Courier New"/>
              </a:rPr>
              <a:t>    double max = gestor.validarNumero(in, "precio máximo", 0);</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accent2"/>
                </a:solidFill>
                <a:latin typeface="Courier New"/>
                <a:ea typeface="Courier New"/>
              </a:rPr>
              <a:t>    gestor.filtrarPorRangoPrecio(min, max);</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 else if (opcion == 8) {</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   </a:t>
            </a:r>
            <a:r>
              <a:rPr lang="en-US" sz="1100" b="0" strike="noStrike" spc="-1">
                <a:solidFill>
                  <a:schemeClr val="accent6"/>
                </a:solidFill>
                <a:latin typeface="Courier New"/>
                <a:ea typeface="Courier New"/>
              </a:rPr>
              <a:t> // casos de prueba...</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a:t>
            </a:r>
            <a:endParaRPr lang="en-US" sz="1100" b="0" strike="noStrike" spc="-1">
              <a:solidFill>
                <a:srgbClr val="000000"/>
              </a:solidFill>
              <a:latin typeface="Arial"/>
            </a:endParaRPr>
          </a:p>
        </p:txBody>
      </p:sp>
      <p:sp>
        <p:nvSpPr>
          <p:cNvPr id="552" name="Shape 15"/>
          <p:cNvSpPr/>
          <p:nvPr/>
        </p:nvSpPr>
        <p:spPr>
          <a:xfrm>
            <a:off x="548640" y="4434840"/>
            <a:ext cx="5439960" cy="1553760"/>
          </a:xfrm>
          <a:prstGeom prst="roundRect">
            <a:avLst>
              <a:gd name="adj" fmla="val 7059"/>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553" name="Text 16"/>
          <p:cNvSpPr/>
          <p:nvPr/>
        </p:nvSpPr>
        <p:spPr>
          <a:xfrm>
            <a:off x="777240" y="4544640"/>
            <a:ext cx="493704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00" b="1" strike="noStrike" spc="-1">
                <a:solidFill>
                  <a:schemeClr val="accent1"/>
                </a:solidFill>
                <a:latin typeface="Calibri"/>
              </a:rPr>
              <a:t>Lo que escribe el usuario</a:t>
            </a:r>
            <a:endParaRPr lang="en-US" sz="1600" b="0" strike="noStrike" spc="-1">
              <a:solidFill>
                <a:srgbClr val="000000"/>
              </a:solidFill>
              <a:latin typeface="Arial"/>
            </a:endParaRPr>
          </a:p>
        </p:txBody>
      </p:sp>
      <p:sp>
        <p:nvSpPr>
          <p:cNvPr id="554" name="Text 17"/>
          <p:cNvSpPr/>
          <p:nvPr/>
        </p:nvSpPr>
        <p:spPr>
          <a:xfrm>
            <a:off x="777240" y="4864680"/>
            <a:ext cx="4982760" cy="685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strike="noStrike" spc="-1">
                <a:solidFill>
                  <a:schemeClr val="dk1"/>
                </a:solidFill>
                <a:latin typeface="Calibri"/>
              </a:rPr>
              <a:t>Si escribe letras donde va un número, el programa vuelve a preguntar. Si deja algo vacío o repite un ID, también.</a:t>
            </a:r>
            <a:endParaRPr lang="en-US" sz="1300" b="0" strike="noStrike" spc="-1">
              <a:solidFill>
                <a:srgbClr val="000000"/>
              </a:solidFill>
              <a:latin typeface="Arial"/>
            </a:endParaRPr>
          </a:p>
        </p:txBody>
      </p:sp>
      <p:sp>
        <p:nvSpPr>
          <p:cNvPr id="555" name="Text 18"/>
          <p:cNvSpPr/>
          <p:nvPr/>
        </p:nvSpPr>
        <p:spPr>
          <a:xfrm>
            <a:off x="777240" y="5596200"/>
            <a:ext cx="498276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1" strike="noStrike" spc="-1">
                <a:solidFill>
                  <a:schemeClr val="dk2"/>
                </a:solidFill>
                <a:latin typeface="Calibri"/>
              </a:rPr>
              <a:t>validarOpcion · validarNumero · validarPrecio · validarNombre · validarId</a:t>
            </a:r>
            <a:endParaRPr lang="en-US" sz="1100" b="0" strike="noStrike" spc="-1">
              <a:solidFill>
                <a:srgbClr val="000000"/>
              </a:solidFill>
              <a:latin typeface="Arial"/>
            </a:endParaRPr>
          </a:p>
        </p:txBody>
      </p:sp>
      <p:sp>
        <p:nvSpPr>
          <p:cNvPr id="556" name="Shape 19"/>
          <p:cNvSpPr/>
          <p:nvPr/>
        </p:nvSpPr>
        <p:spPr>
          <a:xfrm>
            <a:off x="6199560" y="4434840"/>
            <a:ext cx="5439960" cy="1553760"/>
          </a:xfrm>
          <a:prstGeom prst="roundRect">
            <a:avLst>
              <a:gd name="adj" fmla="val 7059"/>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557" name="Text 20"/>
          <p:cNvSpPr/>
          <p:nvPr/>
        </p:nvSpPr>
        <p:spPr>
          <a:xfrm>
            <a:off x="6428160" y="4544640"/>
            <a:ext cx="493704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00" b="1" strike="noStrike" spc="-1">
                <a:solidFill>
                  <a:schemeClr val="accent1"/>
                </a:solidFill>
                <a:latin typeface="Calibri"/>
              </a:rPr>
              <a:t>Las reglas del negocio</a:t>
            </a:r>
            <a:endParaRPr lang="en-US" sz="1600" b="0" strike="noStrike" spc="-1">
              <a:solidFill>
                <a:srgbClr val="000000"/>
              </a:solidFill>
              <a:latin typeface="Arial"/>
            </a:endParaRPr>
          </a:p>
        </p:txBody>
      </p:sp>
      <p:sp>
        <p:nvSpPr>
          <p:cNvPr id="558" name="Text 21"/>
          <p:cNvSpPr/>
          <p:nvPr/>
        </p:nvSpPr>
        <p:spPr>
          <a:xfrm>
            <a:off x="6428160" y="4864680"/>
            <a:ext cx="4982760" cy="685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strike="noStrike" spc="-1">
                <a:solidFill>
                  <a:schemeClr val="dk1"/>
                </a:solidFill>
                <a:latin typeface="Calibri"/>
              </a:rPr>
              <a:t>Catálogo vacío, rango al revés, porcentaje fuera de 0–100, precio ≤ 0 o ID que no existe: se avisa con un ERROR y no se rompe.</a:t>
            </a:r>
            <a:endParaRPr lang="en-US" sz="1300" b="0" strike="noStrike" spc="-1">
              <a:solidFill>
                <a:srgbClr val="000000"/>
              </a:solidFill>
              <a:latin typeface="Arial"/>
            </a:endParaRPr>
          </a:p>
        </p:txBody>
      </p:sp>
      <p:sp>
        <p:nvSpPr>
          <p:cNvPr id="559" name="Text 22"/>
          <p:cNvSpPr/>
          <p:nvPr/>
        </p:nvSpPr>
        <p:spPr>
          <a:xfrm>
            <a:off x="6428160" y="5596200"/>
            <a:ext cx="498276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1" strike="noStrike" spc="-1">
                <a:solidFill>
                  <a:schemeClr val="dk2"/>
                </a:solidFill>
                <a:latin typeface="Calibri"/>
              </a:rPr>
              <a:t>Ejemplo: ERROR: No hay productos registrados</a:t>
            </a:r>
            <a:endParaRPr lang="en-US" sz="1100" b="0" strike="noStrike" spc="-1">
              <a:solidFill>
                <a:srgbClr val="000000"/>
              </a:solidFill>
              <a:latin typeface="Arial"/>
            </a:endParaRPr>
          </a:p>
        </p:txBody>
      </p:sp>
      <p:sp>
        <p:nvSpPr>
          <p:cNvPr id="560" name="PlaceHolder 2"/>
          <p:cNvSpPr>
            <a:spLocks noGrp="1"/>
          </p:cNvSpPr>
          <p:nvPr>
            <p:ph type="sldNum" idx="17"/>
          </p:nvPr>
        </p:nvSpPr>
        <p:spPr>
          <a:xfrm>
            <a:off x="11247120" y="6309360"/>
            <a:ext cx="392400" cy="27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000" b="0" strike="noStrike" spc="-1">
                <a:solidFill>
                  <a:srgbClr val="7A7FA8"/>
                </a:solidFill>
                <a:latin typeface="Calibri"/>
              </a:defRPr>
            </a:lvl1pPr>
          </a:lstStyle>
          <a:p>
            <a:pPr indent="0" defTabSz="914400">
              <a:lnSpc>
                <a:spcPct val="100000"/>
              </a:lnSpc>
              <a:buNone/>
              <a:tabLst>
                <a:tab pos="0" algn="l"/>
              </a:tabLst>
            </a:pPr>
            <a:fld id="{67272E6E-2F29-43A1-8A66-06EA93E2A825}" type="slidenum">
              <a:rPr lang="en-US" sz="1000" b="0" strike="noStrike" spc="-1">
                <a:solidFill>
                  <a:srgbClr val="7A7FA8"/>
                </a:solidFill>
                <a:latin typeface="Calibri"/>
              </a:rPr>
              <a:t>14</a:t>
            </a:fld>
            <a:endParaRPr lang="en-US" sz="100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p15="http://schemas.microsoft.com/office/powerpoint/2012/main"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 name="Text 0"/>
          <p:cNvSpPr/>
          <p:nvPr/>
        </p:nvSpPr>
        <p:spPr>
          <a:xfrm>
            <a:off x="548640" y="274320"/>
            <a:ext cx="45712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97">
                <a:solidFill>
                  <a:schemeClr val="accent1"/>
                </a:solidFill>
                <a:latin typeface="Calibri"/>
              </a:rPr>
              <a:t>4 · LOS CASOS DE PRUEBA</a:t>
            </a:r>
            <a:endParaRPr lang="en-US" sz="1200" b="0" strike="noStrike" spc="-1">
              <a:solidFill>
                <a:srgbClr val="000000"/>
              </a:solidFill>
              <a:latin typeface="Arial"/>
            </a:endParaRPr>
          </a:p>
        </p:txBody>
      </p:sp>
      <p:sp>
        <p:nvSpPr>
          <p:cNvPr id="562" name="Shape 1"/>
          <p:cNvSpPr/>
          <p:nvPr/>
        </p:nvSpPr>
        <p:spPr>
          <a:xfrm>
            <a:off x="1042416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563" name="Shape 2"/>
          <p:cNvSpPr/>
          <p:nvPr/>
        </p:nvSpPr>
        <p:spPr>
          <a:xfrm>
            <a:off x="1066176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564" name="Shape 3"/>
          <p:cNvSpPr/>
          <p:nvPr/>
        </p:nvSpPr>
        <p:spPr>
          <a:xfrm>
            <a:off x="1089972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565" name="Shape 4"/>
          <p:cNvSpPr/>
          <p:nvPr/>
        </p:nvSpPr>
        <p:spPr>
          <a:xfrm>
            <a:off x="11137320" y="329040"/>
            <a:ext cx="127440" cy="1274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566" name="Shape 5"/>
          <p:cNvSpPr/>
          <p:nvPr/>
        </p:nvSpPr>
        <p:spPr>
          <a:xfrm>
            <a:off x="1137528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567" name="PlaceHolder 1"/>
          <p:cNvSpPr>
            <a:spLocks noGrp="1"/>
          </p:cNvSpPr>
          <p:nvPr>
            <p:ph type="title"/>
          </p:nvPr>
        </p:nvSpPr>
        <p:spPr>
          <a:xfrm>
            <a:off x="548640" y="567000"/>
            <a:ext cx="8777520" cy="730800"/>
          </a:xfrm>
          <a:prstGeom prst="rect">
            <a:avLst/>
          </a:prstGeom>
          <a:noFill/>
          <a:ln w="0">
            <a:noFill/>
          </a:ln>
        </p:spPr>
        <p:txBody>
          <a:bodyPr lIns="0" tIns="0" rIns="0" bIns="0" anchor="ctr">
            <a:noAutofit/>
          </a:bodyPr>
          <a:lstStyle/>
          <a:p>
            <a:pPr indent="0" defTabSz="914400">
              <a:lnSpc>
                <a:spcPct val="100000"/>
              </a:lnSpc>
              <a:buNone/>
              <a:tabLst>
                <a:tab pos="0" algn="l"/>
              </a:tabLst>
            </a:pPr>
            <a:r>
              <a:rPr lang="en-US" sz="3400" b="1" strike="noStrike" spc="-1">
                <a:solidFill>
                  <a:schemeClr val="dk1"/>
                </a:solidFill>
                <a:latin typeface="Cambria"/>
              </a:rPr>
              <a:t>Probamos lo que debe funcionar</a:t>
            </a:r>
            <a:endParaRPr lang="en-US" sz="3400" b="0" strike="noStrike" spc="-1">
              <a:solidFill>
                <a:schemeClr val="dk1"/>
              </a:solidFill>
              <a:latin typeface="Calibri"/>
            </a:endParaRPr>
          </a:p>
        </p:txBody>
      </p:sp>
      <p:sp>
        <p:nvSpPr>
          <p:cNvPr id="568" name="Shape 7"/>
          <p:cNvSpPr/>
          <p:nvPr/>
        </p:nvSpPr>
        <p:spPr>
          <a:xfrm>
            <a:off x="548640" y="6163200"/>
            <a:ext cx="5243400" cy="365040"/>
          </a:xfrm>
          <a:prstGeom prst="roundRect">
            <a:avLst>
              <a:gd name="adj" fmla="val 50000"/>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569" name="Text 8"/>
          <p:cNvSpPr/>
          <p:nvPr/>
        </p:nvSpPr>
        <p:spPr>
          <a:xfrm>
            <a:off x="731520" y="6163200"/>
            <a:ext cx="496908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chemeClr val="accent1"/>
                </a:solidFill>
                <a:latin typeface="Calibri"/>
              </a:rPr>
              <a:t>→  Ahora lo contrario: lo que NO debería funcionar</a:t>
            </a:r>
            <a:endParaRPr lang="en-US" sz="1300" b="0" strike="noStrike" spc="-1">
              <a:solidFill>
                <a:srgbClr val="000000"/>
              </a:solidFill>
              <a:latin typeface="Arial"/>
            </a:endParaRPr>
          </a:p>
        </p:txBody>
      </p:sp>
      <p:sp>
        <p:nvSpPr>
          <p:cNvPr id="570" name="Shape 9"/>
          <p:cNvSpPr/>
          <p:nvPr/>
        </p:nvSpPr>
        <p:spPr>
          <a:xfrm>
            <a:off x="9509760" y="749880"/>
            <a:ext cx="2129760" cy="365040"/>
          </a:xfrm>
          <a:prstGeom prst="roundRect">
            <a:avLst>
              <a:gd name="adj" fmla="val 50000"/>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571" name="Text 10"/>
          <p:cNvSpPr/>
          <p:nvPr/>
        </p:nvSpPr>
        <p:spPr>
          <a:xfrm>
            <a:off x="9509760" y="749880"/>
            <a:ext cx="212976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chemeClr val="dk1"/>
                </a:solidFill>
                <a:latin typeface="Calibri"/>
              </a:rPr>
              <a:t>6 casos · opción 8</a:t>
            </a:r>
            <a:endParaRPr lang="en-US" sz="1200" b="0" strike="noStrike" spc="-1">
              <a:solidFill>
                <a:srgbClr val="000000"/>
              </a:solidFill>
              <a:latin typeface="Arial"/>
            </a:endParaRPr>
          </a:p>
        </p:txBody>
      </p:sp>
      <p:sp>
        <p:nvSpPr>
          <p:cNvPr id="572" name="Shape 11"/>
          <p:cNvSpPr/>
          <p:nvPr/>
        </p:nvSpPr>
        <p:spPr>
          <a:xfrm>
            <a:off x="548640" y="1554480"/>
            <a:ext cx="6125760" cy="2285280"/>
          </a:xfrm>
          <a:prstGeom prst="roundRect">
            <a:avLst>
              <a:gd name="adj" fmla="val 4800"/>
            </a:avLst>
          </a:prstGeom>
          <a:solidFill>
            <a:schemeClr val="tx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573" name="Text 12"/>
          <p:cNvSpPr/>
          <p:nvPr/>
        </p:nvSpPr>
        <p:spPr>
          <a:xfrm>
            <a:off x="777240" y="1700640"/>
            <a:ext cx="566856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1" strike="noStrike" spc="-1">
                <a:solidFill>
                  <a:schemeClr val="accent2"/>
                </a:solidFill>
                <a:latin typeface="Calibri"/>
              </a:rPr>
              <a:t>Main.java · casos positivos</a:t>
            </a:r>
            <a:endParaRPr lang="en-US" sz="1100" b="0" strike="noStrike" spc="-1">
              <a:solidFill>
                <a:srgbClr val="000000"/>
              </a:solidFill>
              <a:latin typeface="Arial"/>
            </a:endParaRPr>
          </a:p>
        </p:txBody>
      </p:sp>
      <p:sp>
        <p:nvSpPr>
          <p:cNvPr id="574" name="Text 13"/>
          <p:cNvSpPr/>
          <p:nvPr/>
        </p:nvSpPr>
        <p:spPr>
          <a:xfrm>
            <a:off x="777240" y="2057400"/>
            <a:ext cx="5760000" cy="159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strike="noStrike" spc="-1">
                <a:solidFill>
                  <a:schemeClr val="lt1"/>
                </a:solidFill>
                <a:latin typeface="Courier New"/>
                <a:ea typeface="Courier New"/>
              </a:rPr>
              <a:t>GestorTechMarket g1 = new GestorTechMarket();</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g1.agregar(new Producto("P01", "Laptop Gaming", "ASUS", 1200.0));</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accent6"/>
                </a:solidFill>
                <a:latin typeface="Courier New"/>
                <a:ea typeface="Courier New"/>
              </a:rPr>
              <a:t>// ... P02, P03 y P04 igual</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g1.mostrarProductos();</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g1.filtrarPorRangoPrecio(50, 200);</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g1.aplicarDescuentoMarca("ASUS", 10);</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g1.buscarProductoBarato();</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g1.reponerStockProducto("P02", 30.0);</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g1.promedioPrecioPorMarca("ASUS");</a:t>
            </a:r>
            <a:endParaRPr lang="en-US" sz="1100" b="0" strike="noStrike" spc="-1">
              <a:solidFill>
                <a:srgbClr val="000000"/>
              </a:solidFill>
              <a:latin typeface="Arial"/>
            </a:endParaRPr>
          </a:p>
        </p:txBody>
      </p:sp>
      <p:sp>
        <p:nvSpPr>
          <p:cNvPr id="575" name="Shape 14"/>
          <p:cNvSpPr/>
          <p:nvPr/>
        </p:nvSpPr>
        <p:spPr>
          <a:xfrm>
            <a:off x="548640" y="4023360"/>
            <a:ext cx="6125760" cy="1599480"/>
          </a:xfrm>
          <a:prstGeom prst="roundRect">
            <a:avLst>
              <a:gd name="adj" fmla="val 6857"/>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576" name="Text 15"/>
          <p:cNvSpPr/>
          <p:nvPr/>
        </p:nvSpPr>
        <p:spPr>
          <a:xfrm>
            <a:off x="777240" y="4169520"/>
            <a:ext cx="566856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1" strike="noStrike" spc="-1">
                <a:solidFill>
                  <a:schemeClr val="accent2"/>
                </a:solidFill>
                <a:latin typeface="Calibri"/>
              </a:rPr>
              <a:t>▶ Salida del caso 3</a:t>
            </a:r>
            <a:endParaRPr lang="en-US" sz="1100" b="0" strike="noStrike" spc="-1">
              <a:solidFill>
                <a:srgbClr val="000000"/>
              </a:solidFill>
              <a:latin typeface="Arial"/>
            </a:endParaRPr>
          </a:p>
        </p:txBody>
      </p:sp>
      <p:sp>
        <p:nvSpPr>
          <p:cNvPr id="577" name="Text 16"/>
          <p:cNvSpPr/>
          <p:nvPr/>
        </p:nvSpPr>
        <p:spPr>
          <a:xfrm>
            <a:off x="777240" y="4526280"/>
            <a:ext cx="5760000" cy="959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strike="noStrike" spc="-1">
                <a:solidFill>
                  <a:schemeClr val="accent3"/>
                </a:solidFill>
                <a:latin typeface="Courier New"/>
                <a:ea typeface="Courier New"/>
              </a:rPr>
              <a:t>Productos modificados: 2</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accent3"/>
                </a:solidFill>
                <a:latin typeface="Courier New"/>
                <a:ea typeface="Courier New"/>
              </a:rPr>
              <a:t>1. P01 - Laptop Gaming - ASUS - 1080.0$</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accent3"/>
                </a:solidFill>
                <a:latin typeface="Courier New"/>
                <a:ea typeface="Courier New"/>
              </a:rPr>
              <a:t>2. P02 - Mouse Inalámbrico - Logitech - 25.0$</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accent3"/>
                </a:solidFill>
                <a:latin typeface="Courier New"/>
                <a:ea typeface="Courier New"/>
              </a:rPr>
              <a:t>3. P03 - Teclado Mecánico - ASUS - 72.0$</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accent3"/>
                </a:solidFill>
                <a:latin typeface="Courier New"/>
                <a:ea typeface="Courier New"/>
              </a:rPr>
              <a:t>4. P04 - Monitor 24" - Samsung - 180.0$</a:t>
            </a:r>
            <a:endParaRPr lang="en-US" sz="1100" b="0" strike="noStrike" spc="-1">
              <a:solidFill>
                <a:srgbClr val="000000"/>
              </a:solidFill>
              <a:latin typeface="Arial"/>
            </a:endParaRPr>
          </a:p>
        </p:txBody>
      </p:sp>
      <p:sp>
        <p:nvSpPr>
          <p:cNvPr id="578" name="Shape 17"/>
          <p:cNvSpPr/>
          <p:nvPr/>
        </p:nvSpPr>
        <p:spPr>
          <a:xfrm>
            <a:off x="6949440" y="1554480"/>
            <a:ext cx="4690080" cy="657720"/>
          </a:xfrm>
          <a:prstGeom prst="roundRect">
            <a:avLst>
              <a:gd name="adj" fmla="val 16667"/>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579" name="Shape 18"/>
          <p:cNvSpPr/>
          <p:nvPr/>
        </p:nvSpPr>
        <p:spPr>
          <a:xfrm>
            <a:off x="7086600" y="1700640"/>
            <a:ext cx="365040" cy="365040"/>
          </a:xfrm>
          <a:prstGeom prst="ellipse">
            <a:avLst/>
          </a:prstGeom>
          <a:solidFill>
            <a:schemeClr val="accent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580" name="Text 19"/>
          <p:cNvSpPr/>
          <p:nvPr/>
        </p:nvSpPr>
        <p:spPr>
          <a:xfrm>
            <a:off x="7086600" y="1700640"/>
            <a:ext cx="36504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chemeClr val="dk1"/>
                </a:solidFill>
                <a:latin typeface="Calibri"/>
              </a:rPr>
              <a:t>1</a:t>
            </a:r>
            <a:endParaRPr lang="en-US" sz="1400" b="0" strike="noStrike" spc="-1">
              <a:solidFill>
                <a:srgbClr val="000000"/>
              </a:solidFill>
              <a:latin typeface="Arial"/>
            </a:endParaRPr>
          </a:p>
        </p:txBody>
      </p:sp>
      <p:sp>
        <p:nvSpPr>
          <p:cNvPr id="581" name="Text 20"/>
          <p:cNvSpPr/>
          <p:nvPr/>
        </p:nvSpPr>
        <p:spPr>
          <a:xfrm>
            <a:off x="7635240" y="1627560"/>
            <a:ext cx="383976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strike="noStrike" spc="-1">
                <a:solidFill>
                  <a:schemeClr val="dk1"/>
                </a:solidFill>
                <a:latin typeface="Calibri"/>
              </a:rPr>
              <a:t>Mostrar los 4 productos</a:t>
            </a:r>
            <a:endParaRPr lang="en-US" sz="1400" b="0" strike="noStrike" spc="-1">
              <a:solidFill>
                <a:srgbClr val="000000"/>
              </a:solidFill>
              <a:latin typeface="Arial"/>
            </a:endParaRPr>
          </a:p>
        </p:txBody>
      </p:sp>
      <p:sp>
        <p:nvSpPr>
          <p:cNvPr id="582" name="Text 21"/>
          <p:cNvSpPr/>
          <p:nvPr/>
        </p:nvSpPr>
        <p:spPr>
          <a:xfrm>
            <a:off x="7635240" y="1920240"/>
            <a:ext cx="383976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
                <a:solidFill>
                  <a:schemeClr val="accent1"/>
                </a:solidFill>
                <a:latin typeface="Calibri"/>
              </a:rPr>
              <a:t>P01 a P04 con su precio</a:t>
            </a:r>
            <a:endParaRPr lang="en-US" sz="1200" b="0" strike="noStrike" spc="-1">
              <a:solidFill>
                <a:srgbClr val="000000"/>
              </a:solidFill>
              <a:latin typeface="Arial"/>
            </a:endParaRPr>
          </a:p>
        </p:txBody>
      </p:sp>
      <p:sp>
        <p:nvSpPr>
          <p:cNvPr id="583" name="Shape 22"/>
          <p:cNvSpPr/>
          <p:nvPr/>
        </p:nvSpPr>
        <p:spPr>
          <a:xfrm>
            <a:off x="6949440" y="2304360"/>
            <a:ext cx="4690080" cy="657720"/>
          </a:xfrm>
          <a:prstGeom prst="roundRect">
            <a:avLst>
              <a:gd name="adj" fmla="val 16667"/>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584" name="Shape 23"/>
          <p:cNvSpPr/>
          <p:nvPr/>
        </p:nvSpPr>
        <p:spPr>
          <a:xfrm>
            <a:off x="7086600" y="2450520"/>
            <a:ext cx="365040" cy="365040"/>
          </a:xfrm>
          <a:prstGeom prst="ellipse">
            <a:avLst/>
          </a:prstGeom>
          <a:solidFill>
            <a:schemeClr val="accent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585" name="Text 24"/>
          <p:cNvSpPr/>
          <p:nvPr/>
        </p:nvSpPr>
        <p:spPr>
          <a:xfrm>
            <a:off x="7086600" y="2450520"/>
            <a:ext cx="36504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chemeClr val="dk1"/>
                </a:solidFill>
                <a:latin typeface="Calibri"/>
              </a:rPr>
              <a:t>2</a:t>
            </a:r>
            <a:endParaRPr lang="en-US" sz="1400" b="0" strike="noStrike" spc="-1">
              <a:solidFill>
                <a:srgbClr val="000000"/>
              </a:solidFill>
              <a:latin typeface="Arial"/>
            </a:endParaRPr>
          </a:p>
        </p:txBody>
      </p:sp>
      <p:sp>
        <p:nvSpPr>
          <p:cNvPr id="586" name="Text 25"/>
          <p:cNvSpPr/>
          <p:nvPr/>
        </p:nvSpPr>
        <p:spPr>
          <a:xfrm>
            <a:off x="7635240" y="2377440"/>
            <a:ext cx="383976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strike="noStrike" spc="-1">
                <a:solidFill>
                  <a:schemeClr val="dk1"/>
                </a:solidFill>
                <a:latin typeface="Calibri"/>
              </a:rPr>
              <a:t>Filtrar entre 50 y 200</a:t>
            </a:r>
            <a:endParaRPr lang="en-US" sz="1400" b="0" strike="noStrike" spc="-1">
              <a:solidFill>
                <a:srgbClr val="000000"/>
              </a:solidFill>
              <a:latin typeface="Arial"/>
            </a:endParaRPr>
          </a:p>
        </p:txBody>
      </p:sp>
      <p:sp>
        <p:nvSpPr>
          <p:cNvPr id="587" name="Text 26"/>
          <p:cNvSpPr/>
          <p:nvPr/>
        </p:nvSpPr>
        <p:spPr>
          <a:xfrm>
            <a:off x="7635240" y="2670120"/>
            <a:ext cx="383976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
                <a:solidFill>
                  <a:schemeClr val="accent1"/>
                </a:solidFill>
                <a:latin typeface="Calibri"/>
              </a:rPr>
              <a:t>Teclado Mecánico, Monitor 24"</a:t>
            </a:r>
            <a:endParaRPr lang="en-US" sz="1200" b="0" strike="noStrike" spc="-1">
              <a:solidFill>
                <a:srgbClr val="000000"/>
              </a:solidFill>
              <a:latin typeface="Arial"/>
            </a:endParaRPr>
          </a:p>
        </p:txBody>
      </p:sp>
      <p:sp>
        <p:nvSpPr>
          <p:cNvPr id="588" name="Shape 27"/>
          <p:cNvSpPr/>
          <p:nvPr/>
        </p:nvSpPr>
        <p:spPr>
          <a:xfrm>
            <a:off x="6949440" y="3054240"/>
            <a:ext cx="4690080" cy="657720"/>
          </a:xfrm>
          <a:prstGeom prst="roundRect">
            <a:avLst>
              <a:gd name="adj" fmla="val 16667"/>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589" name="Shape 28"/>
          <p:cNvSpPr/>
          <p:nvPr/>
        </p:nvSpPr>
        <p:spPr>
          <a:xfrm>
            <a:off x="7086600" y="3200400"/>
            <a:ext cx="365040" cy="365040"/>
          </a:xfrm>
          <a:prstGeom prst="ellipse">
            <a:avLst/>
          </a:prstGeom>
          <a:solidFill>
            <a:schemeClr val="accent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590" name="Text 29"/>
          <p:cNvSpPr/>
          <p:nvPr/>
        </p:nvSpPr>
        <p:spPr>
          <a:xfrm>
            <a:off x="7086600" y="3200400"/>
            <a:ext cx="36504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chemeClr val="dk1"/>
                </a:solidFill>
                <a:latin typeface="Calibri"/>
              </a:rPr>
              <a:t>3</a:t>
            </a:r>
            <a:endParaRPr lang="en-US" sz="1400" b="0" strike="noStrike" spc="-1">
              <a:solidFill>
                <a:srgbClr val="000000"/>
              </a:solidFill>
              <a:latin typeface="Arial"/>
            </a:endParaRPr>
          </a:p>
        </p:txBody>
      </p:sp>
      <p:sp>
        <p:nvSpPr>
          <p:cNvPr id="591" name="Text 30"/>
          <p:cNvSpPr/>
          <p:nvPr/>
        </p:nvSpPr>
        <p:spPr>
          <a:xfrm>
            <a:off x="7635240" y="3127320"/>
            <a:ext cx="383976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strike="noStrike" spc="-1">
                <a:solidFill>
                  <a:schemeClr val="dk1"/>
                </a:solidFill>
                <a:latin typeface="Calibri"/>
              </a:rPr>
              <a:t>10 % de descuento a ASUS</a:t>
            </a:r>
            <a:endParaRPr lang="en-US" sz="1400" b="0" strike="noStrike" spc="-1">
              <a:solidFill>
                <a:srgbClr val="000000"/>
              </a:solidFill>
              <a:latin typeface="Arial"/>
            </a:endParaRPr>
          </a:p>
        </p:txBody>
      </p:sp>
      <p:sp>
        <p:nvSpPr>
          <p:cNvPr id="592" name="Text 31"/>
          <p:cNvSpPr/>
          <p:nvPr/>
        </p:nvSpPr>
        <p:spPr>
          <a:xfrm>
            <a:off x="7635240" y="3420000"/>
            <a:ext cx="383976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
                <a:solidFill>
                  <a:schemeClr val="accent1"/>
                </a:solidFill>
                <a:latin typeface="Calibri"/>
              </a:rPr>
              <a:t>Productos modificados: 2</a:t>
            </a:r>
            <a:endParaRPr lang="en-US" sz="1200" b="0" strike="noStrike" spc="-1">
              <a:solidFill>
                <a:srgbClr val="000000"/>
              </a:solidFill>
              <a:latin typeface="Arial"/>
            </a:endParaRPr>
          </a:p>
        </p:txBody>
      </p:sp>
      <p:sp>
        <p:nvSpPr>
          <p:cNvPr id="593" name="Shape 32"/>
          <p:cNvSpPr/>
          <p:nvPr/>
        </p:nvSpPr>
        <p:spPr>
          <a:xfrm>
            <a:off x="6949440" y="3803760"/>
            <a:ext cx="4690080" cy="657720"/>
          </a:xfrm>
          <a:prstGeom prst="roundRect">
            <a:avLst>
              <a:gd name="adj" fmla="val 16667"/>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594" name="Shape 33"/>
          <p:cNvSpPr/>
          <p:nvPr/>
        </p:nvSpPr>
        <p:spPr>
          <a:xfrm>
            <a:off x="7086600" y="3950280"/>
            <a:ext cx="365040" cy="365040"/>
          </a:xfrm>
          <a:prstGeom prst="ellipse">
            <a:avLst/>
          </a:prstGeom>
          <a:solidFill>
            <a:schemeClr val="accent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595" name="Text 34"/>
          <p:cNvSpPr/>
          <p:nvPr/>
        </p:nvSpPr>
        <p:spPr>
          <a:xfrm>
            <a:off x="7086600" y="3950280"/>
            <a:ext cx="36504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chemeClr val="dk1"/>
                </a:solidFill>
                <a:latin typeface="Calibri"/>
              </a:rPr>
              <a:t>4</a:t>
            </a:r>
            <a:endParaRPr lang="en-US" sz="1400" b="0" strike="noStrike" spc="-1">
              <a:solidFill>
                <a:srgbClr val="000000"/>
              </a:solidFill>
              <a:latin typeface="Arial"/>
            </a:endParaRPr>
          </a:p>
        </p:txBody>
      </p:sp>
      <p:sp>
        <p:nvSpPr>
          <p:cNvPr id="596" name="Text 35"/>
          <p:cNvSpPr/>
          <p:nvPr/>
        </p:nvSpPr>
        <p:spPr>
          <a:xfrm>
            <a:off x="7635240" y="3877200"/>
            <a:ext cx="383976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strike="noStrike" spc="-1">
                <a:solidFill>
                  <a:schemeClr val="dk1"/>
                </a:solidFill>
                <a:latin typeface="Calibri"/>
              </a:rPr>
              <a:t>El más barato</a:t>
            </a:r>
            <a:endParaRPr lang="en-US" sz="1400" b="0" strike="noStrike" spc="-1">
              <a:solidFill>
                <a:srgbClr val="000000"/>
              </a:solidFill>
              <a:latin typeface="Arial"/>
            </a:endParaRPr>
          </a:p>
        </p:txBody>
      </p:sp>
      <p:sp>
        <p:nvSpPr>
          <p:cNvPr id="597" name="Text 36"/>
          <p:cNvSpPr/>
          <p:nvPr/>
        </p:nvSpPr>
        <p:spPr>
          <a:xfrm>
            <a:off x="7635240" y="4169520"/>
            <a:ext cx="383976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
                <a:solidFill>
                  <a:schemeClr val="accent1"/>
                </a:solidFill>
                <a:latin typeface="Calibri"/>
              </a:rPr>
              <a:t>P02 - Mouse Inalámbrico · 25.0$</a:t>
            </a:r>
            <a:endParaRPr lang="en-US" sz="1200" b="0" strike="noStrike" spc="-1">
              <a:solidFill>
                <a:srgbClr val="000000"/>
              </a:solidFill>
              <a:latin typeface="Arial"/>
            </a:endParaRPr>
          </a:p>
        </p:txBody>
      </p:sp>
      <p:sp>
        <p:nvSpPr>
          <p:cNvPr id="598" name="Shape 37"/>
          <p:cNvSpPr/>
          <p:nvPr/>
        </p:nvSpPr>
        <p:spPr>
          <a:xfrm>
            <a:off x="6949440" y="4553640"/>
            <a:ext cx="4690080" cy="657720"/>
          </a:xfrm>
          <a:prstGeom prst="roundRect">
            <a:avLst>
              <a:gd name="adj" fmla="val 16667"/>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599" name="Shape 38"/>
          <p:cNvSpPr/>
          <p:nvPr/>
        </p:nvSpPr>
        <p:spPr>
          <a:xfrm>
            <a:off x="7086600" y="4700160"/>
            <a:ext cx="365040" cy="365040"/>
          </a:xfrm>
          <a:prstGeom prst="ellipse">
            <a:avLst/>
          </a:prstGeom>
          <a:solidFill>
            <a:schemeClr val="accent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600" name="Text 39"/>
          <p:cNvSpPr/>
          <p:nvPr/>
        </p:nvSpPr>
        <p:spPr>
          <a:xfrm>
            <a:off x="7086600" y="4700160"/>
            <a:ext cx="36504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chemeClr val="dk1"/>
                </a:solidFill>
                <a:latin typeface="Calibri"/>
              </a:rPr>
              <a:t>5</a:t>
            </a:r>
            <a:endParaRPr lang="en-US" sz="1400" b="0" strike="noStrike" spc="-1">
              <a:solidFill>
                <a:srgbClr val="000000"/>
              </a:solidFill>
              <a:latin typeface="Arial"/>
            </a:endParaRPr>
          </a:p>
        </p:txBody>
      </p:sp>
      <p:sp>
        <p:nvSpPr>
          <p:cNvPr id="601" name="Text 40"/>
          <p:cNvSpPr/>
          <p:nvPr/>
        </p:nvSpPr>
        <p:spPr>
          <a:xfrm>
            <a:off x="7635240" y="4626720"/>
            <a:ext cx="383976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strike="noStrike" spc="-1">
                <a:solidFill>
                  <a:schemeClr val="dk1"/>
                </a:solidFill>
                <a:latin typeface="Calibri"/>
              </a:rPr>
              <a:t>Cambiar P02 a 30.0</a:t>
            </a:r>
            <a:endParaRPr lang="en-US" sz="1400" b="0" strike="noStrike" spc="-1">
              <a:solidFill>
                <a:srgbClr val="000000"/>
              </a:solidFill>
              <a:latin typeface="Arial"/>
            </a:endParaRPr>
          </a:p>
        </p:txBody>
      </p:sp>
      <p:sp>
        <p:nvSpPr>
          <p:cNvPr id="602" name="Text 41"/>
          <p:cNvSpPr/>
          <p:nvPr/>
        </p:nvSpPr>
        <p:spPr>
          <a:xfrm>
            <a:off x="7635240" y="4919400"/>
            <a:ext cx="383976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
                <a:solidFill>
                  <a:schemeClr val="accent1"/>
                </a:solidFill>
                <a:latin typeface="Calibri"/>
              </a:rPr>
              <a:t>Precio actualizado correctamente</a:t>
            </a:r>
            <a:endParaRPr lang="en-US" sz="1200" b="0" strike="noStrike" spc="-1">
              <a:solidFill>
                <a:srgbClr val="000000"/>
              </a:solidFill>
              <a:latin typeface="Arial"/>
            </a:endParaRPr>
          </a:p>
        </p:txBody>
      </p:sp>
      <p:sp>
        <p:nvSpPr>
          <p:cNvPr id="603" name="Shape 42"/>
          <p:cNvSpPr/>
          <p:nvPr/>
        </p:nvSpPr>
        <p:spPr>
          <a:xfrm>
            <a:off x="6949440" y="5303520"/>
            <a:ext cx="4690080" cy="657720"/>
          </a:xfrm>
          <a:prstGeom prst="roundRect">
            <a:avLst>
              <a:gd name="adj" fmla="val 16667"/>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604" name="Shape 43"/>
          <p:cNvSpPr/>
          <p:nvPr/>
        </p:nvSpPr>
        <p:spPr>
          <a:xfrm>
            <a:off x="7086600" y="5449680"/>
            <a:ext cx="365040" cy="365040"/>
          </a:xfrm>
          <a:prstGeom prst="ellipse">
            <a:avLst/>
          </a:prstGeom>
          <a:solidFill>
            <a:schemeClr val="accent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605" name="Text 44"/>
          <p:cNvSpPr/>
          <p:nvPr/>
        </p:nvSpPr>
        <p:spPr>
          <a:xfrm>
            <a:off x="7086600" y="5449680"/>
            <a:ext cx="36504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chemeClr val="dk1"/>
                </a:solidFill>
                <a:latin typeface="Calibri"/>
              </a:rPr>
              <a:t>6</a:t>
            </a:r>
            <a:endParaRPr lang="en-US" sz="1400" b="0" strike="noStrike" spc="-1">
              <a:solidFill>
                <a:srgbClr val="000000"/>
              </a:solidFill>
              <a:latin typeface="Arial"/>
            </a:endParaRPr>
          </a:p>
        </p:txBody>
      </p:sp>
      <p:sp>
        <p:nvSpPr>
          <p:cNvPr id="606" name="Text 45"/>
          <p:cNvSpPr/>
          <p:nvPr/>
        </p:nvSpPr>
        <p:spPr>
          <a:xfrm>
            <a:off x="7635240" y="5376600"/>
            <a:ext cx="383976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strike="noStrike" spc="-1">
                <a:solidFill>
                  <a:schemeClr val="dk1"/>
                </a:solidFill>
                <a:latin typeface="Calibri"/>
              </a:rPr>
              <a:t>Promedio de ASUS</a:t>
            </a:r>
            <a:endParaRPr lang="en-US" sz="1400" b="0" strike="noStrike" spc="-1">
              <a:solidFill>
                <a:srgbClr val="000000"/>
              </a:solidFill>
              <a:latin typeface="Arial"/>
            </a:endParaRPr>
          </a:p>
        </p:txBody>
      </p:sp>
      <p:sp>
        <p:nvSpPr>
          <p:cNvPr id="607" name="Text 46"/>
          <p:cNvSpPr/>
          <p:nvPr/>
        </p:nvSpPr>
        <p:spPr>
          <a:xfrm>
            <a:off x="7635240" y="5669280"/>
            <a:ext cx="383976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
                <a:solidFill>
                  <a:schemeClr val="accent1"/>
                </a:solidFill>
                <a:latin typeface="Calibri"/>
              </a:rPr>
              <a:t>Promedio: 576.0</a:t>
            </a:r>
            <a:endParaRPr lang="en-US" sz="1200" b="0" strike="noStrike" spc="-1">
              <a:solidFill>
                <a:srgbClr val="000000"/>
              </a:solidFill>
              <a:latin typeface="Arial"/>
            </a:endParaRPr>
          </a:p>
        </p:txBody>
      </p:sp>
      <p:sp>
        <p:nvSpPr>
          <p:cNvPr id="608" name="PlaceHolder 2"/>
          <p:cNvSpPr>
            <a:spLocks noGrp="1"/>
          </p:cNvSpPr>
          <p:nvPr>
            <p:ph type="sldNum" idx="18"/>
          </p:nvPr>
        </p:nvSpPr>
        <p:spPr>
          <a:xfrm>
            <a:off x="11247120" y="6309360"/>
            <a:ext cx="392400" cy="27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000" b="0" strike="noStrike" spc="-1">
                <a:solidFill>
                  <a:srgbClr val="7A7FA8"/>
                </a:solidFill>
                <a:latin typeface="Calibri"/>
              </a:defRPr>
            </a:lvl1pPr>
          </a:lstStyle>
          <a:p>
            <a:pPr indent="0" defTabSz="914400">
              <a:lnSpc>
                <a:spcPct val="100000"/>
              </a:lnSpc>
              <a:buNone/>
              <a:tabLst>
                <a:tab pos="0" algn="l"/>
              </a:tabLst>
            </a:pPr>
            <a:fld id="{FAD3E45B-D897-4214-BC4F-EC68C491666B}" type="slidenum">
              <a:rPr lang="en-US" sz="1000" b="0" strike="noStrike" spc="-1">
                <a:solidFill>
                  <a:srgbClr val="7A7FA8"/>
                </a:solidFill>
                <a:latin typeface="Calibri"/>
              </a:rPr>
              <a:t>15</a:t>
            </a:fld>
            <a:endParaRPr lang="en-US" sz="100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p15="http://schemas.microsoft.com/office/powerpoint/2012/main"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 name="Text 0"/>
          <p:cNvSpPr/>
          <p:nvPr/>
        </p:nvSpPr>
        <p:spPr>
          <a:xfrm>
            <a:off x="548640" y="274320"/>
            <a:ext cx="45712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97">
                <a:solidFill>
                  <a:schemeClr val="accent1"/>
                </a:solidFill>
                <a:latin typeface="Calibri"/>
              </a:rPr>
              <a:t>4 · LOS CASOS DE PRUEBA</a:t>
            </a:r>
            <a:endParaRPr lang="en-US" sz="1200" b="0" strike="noStrike" spc="-1">
              <a:solidFill>
                <a:srgbClr val="000000"/>
              </a:solidFill>
              <a:latin typeface="Arial"/>
            </a:endParaRPr>
          </a:p>
        </p:txBody>
      </p:sp>
      <p:sp>
        <p:nvSpPr>
          <p:cNvPr id="610" name="Shape 1"/>
          <p:cNvSpPr/>
          <p:nvPr/>
        </p:nvSpPr>
        <p:spPr>
          <a:xfrm>
            <a:off x="1042416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611" name="Shape 2"/>
          <p:cNvSpPr/>
          <p:nvPr/>
        </p:nvSpPr>
        <p:spPr>
          <a:xfrm>
            <a:off x="1066176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612" name="Shape 3"/>
          <p:cNvSpPr/>
          <p:nvPr/>
        </p:nvSpPr>
        <p:spPr>
          <a:xfrm>
            <a:off x="1089972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613" name="Shape 4"/>
          <p:cNvSpPr/>
          <p:nvPr/>
        </p:nvSpPr>
        <p:spPr>
          <a:xfrm>
            <a:off x="11137320" y="329040"/>
            <a:ext cx="127440" cy="1274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614" name="Shape 5"/>
          <p:cNvSpPr/>
          <p:nvPr/>
        </p:nvSpPr>
        <p:spPr>
          <a:xfrm>
            <a:off x="11375280" y="329040"/>
            <a:ext cx="127440" cy="127440"/>
          </a:xfrm>
          <a:prstGeom prst="ellipse">
            <a:avLst/>
          </a:prstGeom>
          <a:solidFill>
            <a:schemeClr val="accent6">
              <a:alpha val="5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615" name="PlaceHolder 1"/>
          <p:cNvSpPr>
            <a:spLocks noGrp="1"/>
          </p:cNvSpPr>
          <p:nvPr>
            <p:ph type="title"/>
          </p:nvPr>
        </p:nvSpPr>
        <p:spPr>
          <a:xfrm>
            <a:off x="548640" y="567000"/>
            <a:ext cx="8777520" cy="730800"/>
          </a:xfrm>
          <a:prstGeom prst="rect">
            <a:avLst/>
          </a:prstGeom>
          <a:noFill/>
          <a:ln w="0">
            <a:noFill/>
          </a:ln>
        </p:spPr>
        <p:txBody>
          <a:bodyPr lIns="0" tIns="0" rIns="0" bIns="0" anchor="ctr">
            <a:noAutofit/>
          </a:bodyPr>
          <a:lstStyle/>
          <a:p>
            <a:pPr indent="0" defTabSz="914400">
              <a:lnSpc>
                <a:spcPct val="100000"/>
              </a:lnSpc>
              <a:buNone/>
              <a:tabLst>
                <a:tab pos="0" algn="l"/>
              </a:tabLst>
            </a:pPr>
            <a:r>
              <a:rPr lang="en-US" sz="3400" b="1" strike="noStrike" spc="-1">
                <a:solidFill>
                  <a:schemeClr val="dk1"/>
                </a:solidFill>
                <a:latin typeface="Cambria"/>
              </a:rPr>
              <a:t>Probamos lo que debe fallar</a:t>
            </a:r>
            <a:endParaRPr lang="en-US" sz="3400" b="0" strike="noStrike" spc="-1">
              <a:solidFill>
                <a:schemeClr val="dk1"/>
              </a:solidFill>
              <a:latin typeface="Calibri"/>
            </a:endParaRPr>
          </a:p>
        </p:txBody>
      </p:sp>
      <p:sp>
        <p:nvSpPr>
          <p:cNvPr id="616" name="Shape 7"/>
          <p:cNvSpPr/>
          <p:nvPr/>
        </p:nvSpPr>
        <p:spPr>
          <a:xfrm>
            <a:off x="548640" y="6163200"/>
            <a:ext cx="4955400" cy="365040"/>
          </a:xfrm>
          <a:prstGeom prst="roundRect">
            <a:avLst>
              <a:gd name="adj" fmla="val 50000"/>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617" name="Text 8"/>
          <p:cNvSpPr/>
          <p:nvPr/>
        </p:nvSpPr>
        <p:spPr>
          <a:xfrm>
            <a:off x="731520" y="6163200"/>
            <a:ext cx="468108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chemeClr val="accent1"/>
                </a:solidFill>
                <a:latin typeface="Calibri"/>
              </a:rPr>
              <a:t>→  Con todo probado, estas son las conclusiones</a:t>
            </a:r>
            <a:endParaRPr lang="en-US" sz="1300" b="0" strike="noStrike" spc="-1">
              <a:solidFill>
                <a:srgbClr val="000000"/>
              </a:solidFill>
              <a:latin typeface="Arial"/>
            </a:endParaRPr>
          </a:p>
        </p:txBody>
      </p:sp>
      <p:sp>
        <p:nvSpPr>
          <p:cNvPr id="618" name="Shape 9"/>
          <p:cNvSpPr/>
          <p:nvPr/>
        </p:nvSpPr>
        <p:spPr>
          <a:xfrm>
            <a:off x="9509760" y="749880"/>
            <a:ext cx="2129760" cy="365040"/>
          </a:xfrm>
          <a:prstGeom prst="roundRect">
            <a:avLst>
              <a:gd name="adj" fmla="val 50000"/>
            </a:avLst>
          </a:prstGeom>
          <a:solidFill>
            <a:schemeClr val="accent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619" name="Text 10"/>
          <p:cNvSpPr/>
          <p:nvPr/>
        </p:nvSpPr>
        <p:spPr>
          <a:xfrm>
            <a:off x="9509760" y="749880"/>
            <a:ext cx="212976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chemeClr val="dk1"/>
                </a:solidFill>
                <a:latin typeface="Calibri"/>
              </a:rPr>
              <a:t>8 casos · opción 8</a:t>
            </a:r>
            <a:endParaRPr lang="en-US" sz="1200" b="0" strike="noStrike" spc="-1">
              <a:solidFill>
                <a:srgbClr val="000000"/>
              </a:solidFill>
              <a:latin typeface="Arial"/>
            </a:endParaRPr>
          </a:p>
        </p:txBody>
      </p:sp>
      <p:sp>
        <p:nvSpPr>
          <p:cNvPr id="620" name="Shape 11"/>
          <p:cNvSpPr/>
          <p:nvPr/>
        </p:nvSpPr>
        <p:spPr>
          <a:xfrm>
            <a:off x="548640" y="1554480"/>
            <a:ext cx="6125760" cy="2285280"/>
          </a:xfrm>
          <a:prstGeom prst="roundRect">
            <a:avLst>
              <a:gd name="adj" fmla="val 4800"/>
            </a:avLst>
          </a:prstGeom>
          <a:solidFill>
            <a:schemeClr val="tx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621" name="Text 12"/>
          <p:cNvSpPr/>
          <p:nvPr/>
        </p:nvSpPr>
        <p:spPr>
          <a:xfrm>
            <a:off x="777240" y="1700640"/>
            <a:ext cx="566856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1" strike="noStrike" spc="-1">
                <a:solidFill>
                  <a:schemeClr val="accent2"/>
                </a:solidFill>
                <a:latin typeface="Calibri"/>
              </a:rPr>
              <a:t>Main.java · casos negativos (resumen)</a:t>
            </a:r>
            <a:endParaRPr lang="en-US" sz="1100" b="0" strike="noStrike" spc="-1">
              <a:solidFill>
                <a:srgbClr val="000000"/>
              </a:solidFill>
              <a:latin typeface="Arial"/>
            </a:endParaRPr>
          </a:p>
        </p:txBody>
      </p:sp>
      <p:sp>
        <p:nvSpPr>
          <p:cNvPr id="622" name="Text 13"/>
          <p:cNvSpPr/>
          <p:nvPr/>
        </p:nvSpPr>
        <p:spPr>
          <a:xfrm>
            <a:off x="777240" y="2057400"/>
            <a:ext cx="5760000" cy="159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strike="noStrike" spc="-1">
                <a:solidFill>
                  <a:schemeClr val="lt1"/>
                </a:solidFill>
                <a:latin typeface="Courier New"/>
                <a:ea typeface="Courier New"/>
              </a:rPr>
              <a:t>GestorTechMarket g2 = new GestorTechMarket();</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g2.mostrarProductos();</a:t>
            </a:r>
            <a:r>
              <a:rPr lang="en-US" sz="1100" b="0" strike="noStrike" spc="-1">
                <a:solidFill>
                  <a:schemeClr val="accent6"/>
                </a:solidFill>
                <a:latin typeface="Courier New"/>
                <a:ea typeface="Courier New"/>
              </a:rPr>
              <a:t> // sin productos</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g2.aplicarDescuentoMarca("Logitech", 10);</a:t>
            </a:r>
            <a:r>
              <a:rPr lang="en-US" sz="1100" b="0" strike="noStrike" spc="-1">
                <a:solidFill>
                  <a:schemeClr val="accent6"/>
                </a:solidFill>
                <a:latin typeface="Courier New"/>
                <a:ea typeface="Courier New"/>
              </a:rPr>
              <a:t> // marca sin productos</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g2.reponerStockProducto("P99", 500.0);</a:t>
            </a:r>
            <a:r>
              <a:rPr lang="en-US" sz="1100" b="0" strike="noStrike" spc="-1">
                <a:solidFill>
                  <a:schemeClr val="accent6"/>
                </a:solidFill>
                <a:latin typeface="Courier New"/>
                <a:ea typeface="Courier New"/>
              </a:rPr>
              <a:t> // ID inexistente</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g2.filtrarPorRangoPrecio(500, 100);</a:t>
            </a:r>
            <a:r>
              <a:rPr lang="en-US" sz="1100" b="0" strike="noStrike" spc="-1">
                <a:solidFill>
                  <a:schemeClr val="accent6"/>
                </a:solidFill>
                <a:latin typeface="Courier New"/>
                <a:ea typeface="Courier New"/>
              </a:rPr>
              <a:t> // rango al revés</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g2.aplicarDescuentoMarca("ASUS", 150);</a:t>
            </a:r>
            <a:r>
              <a:rPr lang="en-US" sz="1100" b="0" strike="noStrike" spc="-1">
                <a:solidFill>
                  <a:schemeClr val="accent6"/>
                </a:solidFill>
                <a:latin typeface="Courier New"/>
                <a:ea typeface="Courier New"/>
              </a:rPr>
              <a:t> // más de 100</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g2.aplicarDescuentoMarca("ASUS", -10);</a:t>
            </a:r>
            <a:r>
              <a:rPr lang="en-US" sz="1100" b="0" strike="noStrike" spc="-1">
                <a:solidFill>
                  <a:schemeClr val="accent6"/>
                </a:solidFill>
                <a:latin typeface="Courier New"/>
                <a:ea typeface="Courier New"/>
              </a:rPr>
              <a:t> // negativo</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g2.reponerStockProducto("P01", -500.0);</a:t>
            </a:r>
            <a:r>
              <a:rPr lang="en-US" sz="1100" b="0" strike="noStrike" spc="-1">
                <a:solidFill>
                  <a:schemeClr val="accent6"/>
                </a:solidFill>
                <a:latin typeface="Courier New"/>
                <a:ea typeface="Courier New"/>
              </a:rPr>
              <a:t> // precio negativo</a:t>
            </a:r>
            <a:endParaRPr lang="en-US" sz="1100" b="0" strike="noStrike" spc="-1">
              <a:solidFill>
                <a:srgbClr val="000000"/>
              </a:solidFill>
              <a:latin typeface="Arial"/>
            </a:endParaRPr>
          </a:p>
          <a:p>
            <a:pPr defTabSz="914400">
              <a:lnSpc>
                <a:spcPct val="100000"/>
              </a:lnSpc>
              <a:tabLst>
                <a:tab pos="0" algn="l"/>
              </a:tabLst>
            </a:pPr>
            <a:r>
              <a:rPr lang="en-US" sz="1100" b="0" strike="noStrike" spc="-1">
                <a:solidFill>
                  <a:schemeClr val="lt1"/>
                </a:solidFill>
                <a:latin typeface="Courier New"/>
                <a:ea typeface="Courier New"/>
              </a:rPr>
              <a:t>g2.filtrarPorRangoPrecio(5000, 10000);</a:t>
            </a:r>
            <a:r>
              <a:rPr lang="en-US" sz="1100" b="0" strike="noStrike" spc="-1">
                <a:solidFill>
                  <a:schemeClr val="accent6"/>
                </a:solidFill>
                <a:latin typeface="Courier New"/>
                <a:ea typeface="Courier New"/>
              </a:rPr>
              <a:t> // sin resultados</a:t>
            </a:r>
            <a:endParaRPr lang="en-US" sz="1100" b="0" strike="noStrike" spc="-1">
              <a:solidFill>
                <a:srgbClr val="000000"/>
              </a:solidFill>
              <a:latin typeface="Arial"/>
            </a:endParaRPr>
          </a:p>
        </p:txBody>
      </p:sp>
      <p:sp>
        <p:nvSpPr>
          <p:cNvPr id="623" name="Shape 14"/>
          <p:cNvSpPr/>
          <p:nvPr/>
        </p:nvSpPr>
        <p:spPr>
          <a:xfrm>
            <a:off x="548640" y="4069080"/>
            <a:ext cx="3016800" cy="1325160"/>
          </a:xfrm>
          <a:prstGeom prst="roundRect">
            <a:avLst>
              <a:gd name="adj" fmla="val 8276"/>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624" name="Text 15"/>
          <p:cNvSpPr/>
          <p:nvPr/>
        </p:nvSpPr>
        <p:spPr>
          <a:xfrm>
            <a:off x="777240" y="4114800"/>
            <a:ext cx="913680" cy="1096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5400" b="1" strike="noStrike" spc="-1">
                <a:solidFill>
                  <a:schemeClr val="accent3"/>
                </a:solidFill>
                <a:latin typeface="Calibri"/>
              </a:rPr>
              <a:t>6</a:t>
            </a:r>
            <a:endParaRPr lang="en-US" sz="5400" b="0" strike="noStrike" spc="-1">
              <a:solidFill>
                <a:srgbClr val="000000"/>
              </a:solidFill>
              <a:latin typeface="Arial"/>
            </a:endParaRPr>
          </a:p>
        </p:txBody>
      </p:sp>
      <p:sp>
        <p:nvSpPr>
          <p:cNvPr id="625" name="Text 16"/>
          <p:cNvSpPr/>
          <p:nvPr/>
        </p:nvSpPr>
        <p:spPr>
          <a:xfrm>
            <a:off x="1645920" y="4114800"/>
            <a:ext cx="1782360" cy="1096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chemeClr val="lt1"/>
                </a:solidFill>
                <a:latin typeface="Calibri"/>
              </a:rPr>
              <a:t>casos positivos</a:t>
            </a:r>
            <a:endParaRPr lang="en-US" sz="1400" b="0" strike="noStrike" spc="-1">
              <a:solidFill>
                <a:srgbClr val="000000"/>
              </a:solidFill>
              <a:latin typeface="Arial"/>
            </a:endParaRPr>
          </a:p>
        </p:txBody>
      </p:sp>
      <p:sp>
        <p:nvSpPr>
          <p:cNvPr id="626" name="Shape 17"/>
          <p:cNvSpPr/>
          <p:nvPr/>
        </p:nvSpPr>
        <p:spPr>
          <a:xfrm>
            <a:off x="3657600" y="4069080"/>
            <a:ext cx="3016800" cy="1325160"/>
          </a:xfrm>
          <a:prstGeom prst="roundRect">
            <a:avLst>
              <a:gd name="adj" fmla="val 8276"/>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627" name="Text 18"/>
          <p:cNvSpPr/>
          <p:nvPr/>
        </p:nvSpPr>
        <p:spPr>
          <a:xfrm>
            <a:off x="3886200" y="4114800"/>
            <a:ext cx="913680" cy="1096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5400" b="1" strike="noStrike" spc="-1">
                <a:solidFill>
                  <a:schemeClr val="accent4"/>
                </a:solidFill>
                <a:latin typeface="Calibri"/>
              </a:rPr>
              <a:t>8</a:t>
            </a:r>
            <a:endParaRPr lang="en-US" sz="5400" b="0" strike="noStrike" spc="-1">
              <a:solidFill>
                <a:srgbClr val="000000"/>
              </a:solidFill>
              <a:latin typeface="Arial"/>
            </a:endParaRPr>
          </a:p>
        </p:txBody>
      </p:sp>
      <p:sp>
        <p:nvSpPr>
          <p:cNvPr id="628" name="Text 19"/>
          <p:cNvSpPr/>
          <p:nvPr/>
        </p:nvSpPr>
        <p:spPr>
          <a:xfrm>
            <a:off x="4754880" y="4114800"/>
            <a:ext cx="1782360" cy="1096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chemeClr val="lt1"/>
                </a:solidFill>
                <a:latin typeface="Calibri"/>
              </a:rPr>
              <a:t>casos negativos y de borde</a:t>
            </a:r>
            <a:endParaRPr lang="en-US" sz="1400" b="0" strike="noStrike" spc="-1">
              <a:solidFill>
                <a:srgbClr val="000000"/>
              </a:solidFill>
              <a:latin typeface="Arial"/>
            </a:endParaRPr>
          </a:p>
        </p:txBody>
      </p:sp>
      <p:sp>
        <p:nvSpPr>
          <p:cNvPr id="629" name="Shape 20"/>
          <p:cNvSpPr/>
          <p:nvPr/>
        </p:nvSpPr>
        <p:spPr>
          <a:xfrm>
            <a:off x="6949440" y="1554480"/>
            <a:ext cx="4690080" cy="493200"/>
          </a:xfrm>
          <a:prstGeom prst="roundRect">
            <a:avLst>
              <a:gd name="adj" fmla="val 22222"/>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630" name="Shape 21"/>
          <p:cNvSpPr/>
          <p:nvPr/>
        </p:nvSpPr>
        <p:spPr>
          <a:xfrm>
            <a:off x="7059240" y="1627560"/>
            <a:ext cx="346680" cy="346680"/>
          </a:xfrm>
          <a:prstGeom prst="ellipse">
            <a:avLst/>
          </a:prstGeom>
          <a:solidFill>
            <a:schemeClr val="accent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631" name="Text 22"/>
          <p:cNvSpPr/>
          <p:nvPr/>
        </p:nvSpPr>
        <p:spPr>
          <a:xfrm>
            <a:off x="7059240" y="1627560"/>
            <a:ext cx="34668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chemeClr val="dk1"/>
                </a:solidFill>
                <a:latin typeface="Calibri"/>
              </a:rPr>
              <a:t>1</a:t>
            </a:r>
            <a:endParaRPr lang="en-US" sz="1300" b="0" strike="noStrike" spc="-1">
              <a:solidFill>
                <a:srgbClr val="000000"/>
              </a:solidFill>
              <a:latin typeface="Arial"/>
            </a:endParaRPr>
          </a:p>
        </p:txBody>
      </p:sp>
      <p:sp>
        <p:nvSpPr>
          <p:cNvPr id="632" name="Text 23"/>
          <p:cNvSpPr/>
          <p:nvPr/>
        </p:nvSpPr>
        <p:spPr>
          <a:xfrm>
            <a:off x="7571160" y="1591200"/>
            <a:ext cx="4022640" cy="218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
                <a:solidFill>
                  <a:schemeClr val="dk1"/>
                </a:solidFill>
                <a:latin typeface="Calibri"/>
              </a:rPr>
              <a:t>Catálogo vacío (los 6 métodos)</a:t>
            </a:r>
            <a:endParaRPr lang="en-US" sz="1200" b="0" strike="noStrike" spc="-1">
              <a:solidFill>
                <a:srgbClr val="000000"/>
              </a:solidFill>
              <a:latin typeface="Arial"/>
            </a:endParaRPr>
          </a:p>
        </p:txBody>
      </p:sp>
      <p:sp>
        <p:nvSpPr>
          <p:cNvPr id="633" name="Text 24"/>
          <p:cNvSpPr/>
          <p:nvPr/>
        </p:nvSpPr>
        <p:spPr>
          <a:xfrm>
            <a:off x="7571160" y="1810440"/>
            <a:ext cx="4022640" cy="200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chemeClr val="accent1"/>
                </a:solidFill>
                <a:latin typeface="Calibri"/>
              </a:rPr>
              <a:t>ERROR: No hay productos registrados</a:t>
            </a:r>
            <a:endParaRPr lang="en-US" sz="1000" b="0" strike="noStrike" spc="-1">
              <a:solidFill>
                <a:srgbClr val="000000"/>
              </a:solidFill>
              <a:latin typeface="Arial"/>
            </a:endParaRPr>
          </a:p>
        </p:txBody>
      </p:sp>
      <p:sp>
        <p:nvSpPr>
          <p:cNvPr id="634" name="Shape 25"/>
          <p:cNvSpPr/>
          <p:nvPr/>
        </p:nvSpPr>
        <p:spPr>
          <a:xfrm>
            <a:off x="6949440" y="2103120"/>
            <a:ext cx="4690080" cy="493200"/>
          </a:xfrm>
          <a:prstGeom prst="roundRect">
            <a:avLst>
              <a:gd name="adj" fmla="val 22222"/>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635" name="Shape 26"/>
          <p:cNvSpPr/>
          <p:nvPr/>
        </p:nvSpPr>
        <p:spPr>
          <a:xfrm>
            <a:off x="7059240" y="2176200"/>
            <a:ext cx="346680" cy="346680"/>
          </a:xfrm>
          <a:prstGeom prst="ellipse">
            <a:avLst/>
          </a:prstGeom>
          <a:solidFill>
            <a:schemeClr val="accent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636" name="Text 27"/>
          <p:cNvSpPr/>
          <p:nvPr/>
        </p:nvSpPr>
        <p:spPr>
          <a:xfrm>
            <a:off x="7059240" y="2176200"/>
            <a:ext cx="34668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chemeClr val="dk1"/>
                </a:solidFill>
                <a:latin typeface="Calibri"/>
              </a:rPr>
              <a:t>2</a:t>
            </a:r>
            <a:endParaRPr lang="en-US" sz="1300" b="0" strike="noStrike" spc="-1">
              <a:solidFill>
                <a:srgbClr val="000000"/>
              </a:solidFill>
              <a:latin typeface="Arial"/>
            </a:endParaRPr>
          </a:p>
        </p:txBody>
      </p:sp>
      <p:sp>
        <p:nvSpPr>
          <p:cNvPr id="637" name="Text 28"/>
          <p:cNvSpPr/>
          <p:nvPr/>
        </p:nvSpPr>
        <p:spPr>
          <a:xfrm>
            <a:off x="7571160" y="2139840"/>
            <a:ext cx="4022640" cy="218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
                <a:solidFill>
                  <a:schemeClr val="dk1"/>
                </a:solidFill>
                <a:latin typeface="Calibri"/>
              </a:rPr>
              <a:t>Marca sin productos</a:t>
            </a:r>
            <a:endParaRPr lang="en-US" sz="1200" b="0" strike="noStrike" spc="-1">
              <a:solidFill>
                <a:srgbClr val="000000"/>
              </a:solidFill>
              <a:latin typeface="Arial"/>
            </a:endParaRPr>
          </a:p>
        </p:txBody>
      </p:sp>
      <p:sp>
        <p:nvSpPr>
          <p:cNvPr id="638" name="Text 29"/>
          <p:cNvSpPr/>
          <p:nvPr/>
        </p:nvSpPr>
        <p:spPr>
          <a:xfrm>
            <a:off x="7571160" y="2359080"/>
            <a:ext cx="4022640" cy="200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chemeClr val="accent1"/>
                </a:solidFill>
                <a:latin typeface="Calibri"/>
              </a:rPr>
              <a:t>No hay productos de la marca Logitech</a:t>
            </a:r>
            <a:endParaRPr lang="en-US" sz="1000" b="0" strike="noStrike" spc="-1">
              <a:solidFill>
                <a:srgbClr val="000000"/>
              </a:solidFill>
              <a:latin typeface="Arial"/>
            </a:endParaRPr>
          </a:p>
        </p:txBody>
      </p:sp>
      <p:sp>
        <p:nvSpPr>
          <p:cNvPr id="639" name="Shape 30"/>
          <p:cNvSpPr/>
          <p:nvPr/>
        </p:nvSpPr>
        <p:spPr>
          <a:xfrm>
            <a:off x="6949440" y="2651760"/>
            <a:ext cx="4690080" cy="493200"/>
          </a:xfrm>
          <a:prstGeom prst="roundRect">
            <a:avLst>
              <a:gd name="adj" fmla="val 22222"/>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640" name="Shape 31"/>
          <p:cNvSpPr/>
          <p:nvPr/>
        </p:nvSpPr>
        <p:spPr>
          <a:xfrm>
            <a:off x="7059240" y="2724840"/>
            <a:ext cx="346680" cy="346680"/>
          </a:xfrm>
          <a:prstGeom prst="ellipse">
            <a:avLst/>
          </a:prstGeom>
          <a:solidFill>
            <a:schemeClr val="accent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641" name="Text 32"/>
          <p:cNvSpPr/>
          <p:nvPr/>
        </p:nvSpPr>
        <p:spPr>
          <a:xfrm>
            <a:off x="7059240" y="2724840"/>
            <a:ext cx="34668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chemeClr val="dk1"/>
                </a:solidFill>
                <a:latin typeface="Calibri"/>
              </a:rPr>
              <a:t>3</a:t>
            </a:r>
            <a:endParaRPr lang="en-US" sz="1300" b="0" strike="noStrike" spc="-1">
              <a:solidFill>
                <a:srgbClr val="000000"/>
              </a:solidFill>
              <a:latin typeface="Arial"/>
            </a:endParaRPr>
          </a:p>
        </p:txBody>
      </p:sp>
      <p:sp>
        <p:nvSpPr>
          <p:cNvPr id="642" name="Text 33"/>
          <p:cNvSpPr/>
          <p:nvPr/>
        </p:nvSpPr>
        <p:spPr>
          <a:xfrm>
            <a:off x="7571160" y="2688480"/>
            <a:ext cx="4022640" cy="218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
                <a:solidFill>
                  <a:schemeClr val="dk1"/>
                </a:solidFill>
                <a:latin typeface="Calibri"/>
              </a:rPr>
              <a:t>ID que no existe (P99)</a:t>
            </a:r>
            <a:endParaRPr lang="en-US" sz="1200" b="0" strike="noStrike" spc="-1">
              <a:solidFill>
                <a:srgbClr val="000000"/>
              </a:solidFill>
              <a:latin typeface="Arial"/>
            </a:endParaRPr>
          </a:p>
        </p:txBody>
      </p:sp>
      <p:sp>
        <p:nvSpPr>
          <p:cNvPr id="643" name="Text 34"/>
          <p:cNvSpPr/>
          <p:nvPr/>
        </p:nvSpPr>
        <p:spPr>
          <a:xfrm>
            <a:off x="7571160" y="2907720"/>
            <a:ext cx="4022640" cy="200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chemeClr val="accent1"/>
                </a:solidFill>
                <a:latin typeface="Calibri"/>
              </a:rPr>
              <a:t>ERROR: No existe un producto con ese ID</a:t>
            </a:r>
            <a:endParaRPr lang="en-US" sz="1000" b="0" strike="noStrike" spc="-1">
              <a:solidFill>
                <a:srgbClr val="000000"/>
              </a:solidFill>
              <a:latin typeface="Arial"/>
            </a:endParaRPr>
          </a:p>
        </p:txBody>
      </p:sp>
      <p:sp>
        <p:nvSpPr>
          <p:cNvPr id="644" name="Shape 35"/>
          <p:cNvSpPr/>
          <p:nvPr/>
        </p:nvSpPr>
        <p:spPr>
          <a:xfrm>
            <a:off x="6949440" y="3200400"/>
            <a:ext cx="4690080" cy="493200"/>
          </a:xfrm>
          <a:prstGeom prst="roundRect">
            <a:avLst>
              <a:gd name="adj" fmla="val 22222"/>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645" name="Shape 36"/>
          <p:cNvSpPr/>
          <p:nvPr/>
        </p:nvSpPr>
        <p:spPr>
          <a:xfrm>
            <a:off x="7059240" y="3273480"/>
            <a:ext cx="346680" cy="346680"/>
          </a:xfrm>
          <a:prstGeom prst="ellipse">
            <a:avLst/>
          </a:prstGeom>
          <a:solidFill>
            <a:schemeClr val="accent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646" name="Text 37"/>
          <p:cNvSpPr/>
          <p:nvPr/>
        </p:nvSpPr>
        <p:spPr>
          <a:xfrm>
            <a:off x="7059240" y="3273480"/>
            <a:ext cx="34668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chemeClr val="dk1"/>
                </a:solidFill>
                <a:latin typeface="Calibri"/>
              </a:rPr>
              <a:t>4</a:t>
            </a:r>
            <a:endParaRPr lang="en-US" sz="1300" b="0" strike="noStrike" spc="-1">
              <a:solidFill>
                <a:srgbClr val="000000"/>
              </a:solidFill>
              <a:latin typeface="Arial"/>
            </a:endParaRPr>
          </a:p>
        </p:txBody>
      </p:sp>
      <p:sp>
        <p:nvSpPr>
          <p:cNvPr id="647" name="Text 38"/>
          <p:cNvSpPr/>
          <p:nvPr/>
        </p:nvSpPr>
        <p:spPr>
          <a:xfrm>
            <a:off x="7571160" y="3237120"/>
            <a:ext cx="4022640" cy="218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
                <a:solidFill>
                  <a:schemeClr val="dk1"/>
                </a:solidFill>
                <a:latin typeface="Calibri"/>
              </a:rPr>
              <a:t>Rango al revés (500 a 100)</a:t>
            </a:r>
            <a:endParaRPr lang="en-US" sz="1200" b="0" strike="noStrike" spc="-1">
              <a:solidFill>
                <a:srgbClr val="000000"/>
              </a:solidFill>
              <a:latin typeface="Arial"/>
            </a:endParaRPr>
          </a:p>
        </p:txBody>
      </p:sp>
      <p:sp>
        <p:nvSpPr>
          <p:cNvPr id="648" name="Text 39"/>
          <p:cNvSpPr/>
          <p:nvPr/>
        </p:nvSpPr>
        <p:spPr>
          <a:xfrm>
            <a:off x="7571160" y="3456360"/>
            <a:ext cx="4022640" cy="200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chemeClr val="accent1"/>
                </a:solidFill>
                <a:latin typeface="Calibri"/>
              </a:rPr>
              <a:t>ERROR: El precio mínimo no puede ser mayor que el máximo</a:t>
            </a:r>
            <a:endParaRPr lang="en-US" sz="1000" b="0" strike="noStrike" spc="-1">
              <a:solidFill>
                <a:srgbClr val="000000"/>
              </a:solidFill>
              <a:latin typeface="Arial"/>
            </a:endParaRPr>
          </a:p>
        </p:txBody>
      </p:sp>
      <p:sp>
        <p:nvSpPr>
          <p:cNvPr id="649" name="Shape 40"/>
          <p:cNvSpPr/>
          <p:nvPr/>
        </p:nvSpPr>
        <p:spPr>
          <a:xfrm>
            <a:off x="6949440" y="3749040"/>
            <a:ext cx="4690080" cy="493200"/>
          </a:xfrm>
          <a:prstGeom prst="roundRect">
            <a:avLst>
              <a:gd name="adj" fmla="val 22222"/>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650" name="Shape 41"/>
          <p:cNvSpPr/>
          <p:nvPr/>
        </p:nvSpPr>
        <p:spPr>
          <a:xfrm>
            <a:off x="7059240" y="3822120"/>
            <a:ext cx="346680" cy="346680"/>
          </a:xfrm>
          <a:prstGeom prst="ellipse">
            <a:avLst/>
          </a:prstGeom>
          <a:solidFill>
            <a:schemeClr val="accent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651" name="Text 42"/>
          <p:cNvSpPr/>
          <p:nvPr/>
        </p:nvSpPr>
        <p:spPr>
          <a:xfrm>
            <a:off x="7059240" y="3822120"/>
            <a:ext cx="34668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chemeClr val="dk1"/>
                </a:solidFill>
                <a:latin typeface="Calibri"/>
              </a:rPr>
              <a:t>5</a:t>
            </a:r>
            <a:endParaRPr lang="en-US" sz="1300" b="0" strike="noStrike" spc="-1">
              <a:solidFill>
                <a:srgbClr val="000000"/>
              </a:solidFill>
              <a:latin typeface="Arial"/>
            </a:endParaRPr>
          </a:p>
        </p:txBody>
      </p:sp>
      <p:sp>
        <p:nvSpPr>
          <p:cNvPr id="652" name="Text 43"/>
          <p:cNvSpPr/>
          <p:nvPr/>
        </p:nvSpPr>
        <p:spPr>
          <a:xfrm>
            <a:off x="7571160" y="3785760"/>
            <a:ext cx="4022640" cy="218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
                <a:solidFill>
                  <a:schemeClr val="dk1"/>
                </a:solidFill>
                <a:latin typeface="Calibri"/>
              </a:rPr>
              <a:t>Descuento de 150 %</a:t>
            </a:r>
            <a:endParaRPr lang="en-US" sz="1200" b="0" strike="noStrike" spc="-1">
              <a:solidFill>
                <a:srgbClr val="000000"/>
              </a:solidFill>
              <a:latin typeface="Arial"/>
            </a:endParaRPr>
          </a:p>
        </p:txBody>
      </p:sp>
      <p:sp>
        <p:nvSpPr>
          <p:cNvPr id="653" name="Text 44"/>
          <p:cNvSpPr/>
          <p:nvPr/>
        </p:nvSpPr>
        <p:spPr>
          <a:xfrm>
            <a:off x="7571160" y="4005000"/>
            <a:ext cx="4022640" cy="200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chemeClr val="accent1"/>
                </a:solidFill>
                <a:latin typeface="Calibri"/>
              </a:rPr>
              <a:t>ERROR: El porcentaje debe estar entre 0 y 100</a:t>
            </a:r>
            <a:endParaRPr lang="en-US" sz="1000" b="0" strike="noStrike" spc="-1">
              <a:solidFill>
                <a:srgbClr val="000000"/>
              </a:solidFill>
              <a:latin typeface="Arial"/>
            </a:endParaRPr>
          </a:p>
        </p:txBody>
      </p:sp>
      <p:sp>
        <p:nvSpPr>
          <p:cNvPr id="654" name="Shape 45"/>
          <p:cNvSpPr/>
          <p:nvPr/>
        </p:nvSpPr>
        <p:spPr>
          <a:xfrm>
            <a:off x="6949440" y="4297680"/>
            <a:ext cx="4690080" cy="493200"/>
          </a:xfrm>
          <a:prstGeom prst="roundRect">
            <a:avLst>
              <a:gd name="adj" fmla="val 22222"/>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655" name="Shape 46"/>
          <p:cNvSpPr/>
          <p:nvPr/>
        </p:nvSpPr>
        <p:spPr>
          <a:xfrm>
            <a:off x="7059240" y="4370760"/>
            <a:ext cx="346680" cy="346680"/>
          </a:xfrm>
          <a:prstGeom prst="ellipse">
            <a:avLst/>
          </a:prstGeom>
          <a:solidFill>
            <a:schemeClr val="accent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656" name="Text 47"/>
          <p:cNvSpPr/>
          <p:nvPr/>
        </p:nvSpPr>
        <p:spPr>
          <a:xfrm>
            <a:off x="7059240" y="4370760"/>
            <a:ext cx="34668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chemeClr val="dk1"/>
                </a:solidFill>
                <a:latin typeface="Calibri"/>
              </a:rPr>
              <a:t>6</a:t>
            </a:r>
            <a:endParaRPr lang="en-US" sz="1300" b="0" strike="noStrike" spc="-1">
              <a:solidFill>
                <a:srgbClr val="000000"/>
              </a:solidFill>
              <a:latin typeface="Arial"/>
            </a:endParaRPr>
          </a:p>
        </p:txBody>
      </p:sp>
      <p:sp>
        <p:nvSpPr>
          <p:cNvPr id="657" name="Text 48"/>
          <p:cNvSpPr/>
          <p:nvPr/>
        </p:nvSpPr>
        <p:spPr>
          <a:xfrm>
            <a:off x="7571160" y="4334400"/>
            <a:ext cx="4022640" cy="218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
                <a:solidFill>
                  <a:schemeClr val="dk1"/>
                </a:solidFill>
                <a:latin typeface="Calibri"/>
              </a:rPr>
              <a:t>Descuento de −10 %</a:t>
            </a:r>
            <a:endParaRPr lang="en-US" sz="1200" b="0" strike="noStrike" spc="-1">
              <a:solidFill>
                <a:srgbClr val="000000"/>
              </a:solidFill>
              <a:latin typeface="Arial"/>
            </a:endParaRPr>
          </a:p>
        </p:txBody>
      </p:sp>
      <p:sp>
        <p:nvSpPr>
          <p:cNvPr id="658" name="Text 49"/>
          <p:cNvSpPr/>
          <p:nvPr/>
        </p:nvSpPr>
        <p:spPr>
          <a:xfrm>
            <a:off x="7571160" y="4553640"/>
            <a:ext cx="4022640" cy="200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chemeClr val="accent1"/>
                </a:solidFill>
                <a:latin typeface="Calibri"/>
              </a:rPr>
              <a:t>ERROR: El porcentaje debe estar entre 0 y 100</a:t>
            </a:r>
            <a:endParaRPr lang="en-US" sz="1000" b="0" strike="noStrike" spc="-1">
              <a:solidFill>
                <a:srgbClr val="000000"/>
              </a:solidFill>
              <a:latin typeface="Arial"/>
            </a:endParaRPr>
          </a:p>
        </p:txBody>
      </p:sp>
      <p:sp>
        <p:nvSpPr>
          <p:cNvPr id="659" name="Shape 50"/>
          <p:cNvSpPr/>
          <p:nvPr/>
        </p:nvSpPr>
        <p:spPr>
          <a:xfrm>
            <a:off x="6949440" y="4846320"/>
            <a:ext cx="4690080" cy="493200"/>
          </a:xfrm>
          <a:prstGeom prst="roundRect">
            <a:avLst>
              <a:gd name="adj" fmla="val 22222"/>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660" name="Shape 51"/>
          <p:cNvSpPr/>
          <p:nvPr/>
        </p:nvSpPr>
        <p:spPr>
          <a:xfrm>
            <a:off x="7059240" y="4919400"/>
            <a:ext cx="346680" cy="346680"/>
          </a:xfrm>
          <a:prstGeom prst="ellipse">
            <a:avLst/>
          </a:prstGeom>
          <a:solidFill>
            <a:schemeClr val="accent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661" name="Text 52"/>
          <p:cNvSpPr/>
          <p:nvPr/>
        </p:nvSpPr>
        <p:spPr>
          <a:xfrm>
            <a:off x="7059240" y="4919400"/>
            <a:ext cx="34668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chemeClr val="dk1"/>
                </a:solidFill>
                <a:latin typeface="Calibri"/>
              </a:rPr>
              <a:t>7</a:t>
            </a:r>
            <a:endParaRPr lang="en-US" sz="1300" b="0" strike="noStrike" spc="-1">
              <a:solidFill>
                <a:srgbClr val="000000"/>
              </a:solidFill>
              <a:latin typeface="Arial"/>
            </a:endParaRPr>
          </a:p>
        </p:txBody>
      </p:sp>
      <p:sp>
        <p:nvSpPr>
          <p:cNvPr id="662" name="Text 53"/>
          <p:cNvSpPr/>
          <p:nvPr/>
        </p:nvSpPr>
        <p:spPr>
          <a:xfrm>
            <a:off x="7571160" y="4883040"/>
            <a:ext cx="4022640" cy="218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
                <a:solidFill>
                  <a:schemeClr val="dk1"/>
                </a:solidFill>
                <a:latin typeface="Calibri"/>
              </a:rPr>
              <a:t>Precio nuevo de −500</a:t>
            </a:r>
            <a:endParaRPr lang="en-US" sz="1200" b="0" strike="noStrike" spc="-1">
              <a:solidFill>
                <a:srgbClr val="000000"/>
              </a:solidFill>
              <a:latin typeface="Arial"/>
            </a:endParaRPr>
          </a:p>
        </p:txBody>
      </p:sp>
      <p:sp>
        <p:nvSpPr>
          <p:cNvPr id="663" name="Text 54"/>
          <p:cNvSpPr/>
          <p:nvPr/>
        </p:nvSpPr>
        <p:spPr>
          <a:xfrm>
            <a:off x="7571160" y="5102280"/>
            <a:ext cx="4022640" cy="200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chemeClr val="accent1"/>
                </a:solidFill>
                <a:latin typeface="Calibri"/>
              </a:rPr>
              <a:t>ERROR: El precio debe ser mayor a 0</a:t>
            </a:r>
            <a:endParaRPr lang="en-US" sz="1000" b="0" strike="noStrike" spc="-1">
              <a:solidFill>
                <a:srgbClr val="000000"/>
              </a:solidFill>
              <a:latin typeface="Arial"/>
            </a:endParaRPr>
          </a:p>
        </p:txBody>
      </p:sp>
      <p:sp>
        <p:nvSpPr>
          <p:cNvPr id="664" name="Shape 55"/>
          <p:cNvSpPr/>
          <p:nvPr/>
        </p:nvSpPr>
        <p:spPr>
          <a:xfrm>
            <a:off x="6949440" y="5394960"/>
            <a:ext cx="4690080" cy="493200"/>
          </a:xfrm>
          <a:prstGeom prst="roundRect">
            <a:avLst>
              <a:gd name="adj" fmla="val 22222"/>
            </a:avLst>
          </a:prstGeom>
          <a:solidFill>
            <a:schemeClr val="bg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665" name="Shape 56"/>
          <p:cNvSpPr/>
          <p:nvPr/>
        </p:nvSpPr>
        <p:spPr>
          <a:xfrm>
            <a:off x="7059240" y="5468040"/>
            <a:ext cx="346680" cy="346680"/>
          </a:xfrm>
          <a:prstGeom prst="ellipse">
            <a:avLst/>
          </a:prstGeom>
          <a:solidFill>
            <a:schemeClr val="accent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666" name="Text 57"/>
          <p:cNvSpPr/>
          <p:nvPr/>
        </p:nvSpPr>
        <p:spPr>
          <a:xfrm>
            <a:off x="7059240" y="5468040"/>
            <a:ext cx="34668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chemeClr val="dk1"/>
                </a:solidFill>
                <a:latin typeface="Calibri"/>
              </a:rPr>
              <a:t>8</a:t>
            </a:r>
            <a:endParaRPr lang="en-US" sz="1300" b="0" strike="noStrike" spc="-1">
              <a:solidFill>
                <a:srgbClr val="000000"/>
              </a:solidFill>
              <a:latin typeface="Arial"/>
            </a:endParaRPr>
          </a:p>
        </p:txBody>
      </p:sp>
      <p:sp>
        <p:nvSpPr>
          <p:cNvPr id="667" name="Text 58"/>
          <p:cNvSpPr/>
          <p:nvPr/>
        </p:nvSpPr>
        <p:spPr>
          <a:xfrm>
            <a:off x="7571160" y="5431680"/>
            <a:ext cx="4022640" cy="218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1" strike="noStrike" spc="-1">
                <a:solidFill>
                  <a:schemeClr val="dk1"/>
                </a:solidFill>
                <a:latin typeface="Calibri"/>
              </a:rPr>
              <a:t>Rango sin resultados</a:t>
            </a:r>
            <a:endParaRPr lang="en-US" sz="1200" b="0" strike="noStrike" spc="-1">
              <a:solidFill>
                <a:srgbClr val="000000"/>
              </a:solidFill>
              <a:latin typeface="Arial"/>
            </a:endParaRPr>
          </a:p>
        </p:txBody>
      </p:sp>
      <p:sp>
        <p:nvSpPr>
          <p:cNvPr id="668" name="Text 59"/>
          <p:cNvSpPr/>
          <p:nvPr/>
        </p:nvSpPr>
        <p:spPr>
          <a:xfrm>
            <a:off x="7571160" y="5650920"/>
            <a:ext cx="4022640" cy="200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000" b="1" strike="noStrike" spc="-1">
                <a:solidFill>
                  <a:schemeClr val="accent1"/>
                </a:solidFill>
                <a:latin typeface="Calibri"/>
              </a:rPr>
              <a:t>No hay productos en ese rango de precios</a:t>
            </a:r>
            <a:endParaRPr lang="en-US" sz="1000" b="0" strike="noStrike" spc="-1">
              <a:solidFill>
                <a:srgbClr val="000000"/>
              </a:solidFill>
              <a:latin typeface="Arial"/>
            </a:endParaRPr>
          </a:p>
        </p:txBody>
      </p:sp>
      <p:sp>
        <p:nvSpPr>
          <p:cNvPr id="669" name="PlaceHolder 2"/>
          <p:cNvSpPr>
            <a:spLocks noGrp="1"/>
          </p:cNvSpPr>
          <p:nvPr>
            <p:ph type="sldNum" idx="19"/>
          </p:nvPr>
        </p:nvSpPr>
        <p:spPr>
          <a:xfrm>
            <a:off x="11247120" y="6309360"/>
            <a:ext cx="392400" cy="27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000" b="0" strike="noStrike" spc="-1">
                <a:solidFill>
                  <a:srgbClr val="7A7FA8"/>
                </a:solidFill>
                <a:latin typeface="Calibri"/>
              </a:defRPr>
            </a:lvl1pPr>
          </a:lstStyle>
          <a:p>
            <a:pPr indent="0" defTabSz="914400">
              <a:lnSpc>
                <a:spcPct val="100000"/>
              </a:lnSpc>
              <a:buNone/>
              <a:tabLst>
                <a:tab pos="0" algn="l"/>
              </a:tabLst>
            </a:pPr>
            <a:fld id="{3F129B2B-F506-4205-97E7-CD2F41C921E2}" type="slidenum">
              <a:rPr lang="en-US" sz="1000" b="0" strike="noStrike" spc="-1">
                <a:solidFill>
                  <a:srgbClr val="7A7FA8"/>
                </a:solidFill>
                <a:latin typeface="Calibri"/>
              </a:rPr>
              <a:t>16</a:t>
            </a:fld>
            <a:endParaRPr lang="en-US" sz="1000" b="0" strike="noStrike" spc="-1">
              <a:solidFill>
                <a:srgbClr val="000000"/>
              </a:solidFill>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p15="http://schemas.microsoft.com/office/powerpoint/2012/main"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 name="Text 0"/>
          <p:cNvSpPr/>
          <p:nvPr/>
        </p:nvSpPr>
        <p:spPr>
          <a:xfrm>
            <a:off x="640080" y="548640"/>
            <a:ext cx="10880640" cy="822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800" b="1" strike="noStrike" spc="-1">
                <a:solidFill>
                  <a:schemeClr val="lt1"/>
                </a:solidFill>
                <a:latin typeface="Cambria"/>
                <a:ea typeface="Cambria"/>
              </a:rPr>
              <a:t>Una tienda, una lista, cinco soluciones</a:t>
            </a:r>
            <a:endParaRPr lang="en-US" sz="3800" b="0" strike="noStrike" spc="-1">
              <a:solidFill>
                <a:srgbClr val="FFFFFF"/>
              </a:solidFill>
              <a:latin typeface="Arial"/>
            </a:endParaRPr>
          </a:p>
        </p:txBody>
      </p:sp>
      <p:sp>
        <p:nvSpPr>
          <p:cNvPr id="671" name="Text 1"/>
          <p:cNvSpPr/>
          <p:nvPr/>
        </p:nvSpPr>
        <p:spPr>
          <a:xfrm>
            <a:off x="640080" y="1417320"/>
            <a:ext cx="1088064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700" b="0" strike="noStrike" spc="-1">
                <a:solidFill>
                  <a:schemeClr val="accent6"/>
                </a:solidFill>
                <a:latin typeface="Calibri"/>
              </a:rPr>
              <a:t>Aprendimos cómo funciona una lista por dentro y la usamos para resolver el problema de la tienda.</a:t>
            </a:r>
            <a:endParaRPr lang="en-US" sz="1700" b="0" strike="noStrike" spc="-1">
              <a:solidFill>
                <a:srgbClr val="FFFFFF"/>
              </a:solidFill>
              <a:latin typeface="Arial"/>
            </a:endParaRPr>
          </a:p>
        </p:txBody>
      </p:sp>
      <p:sp>
        <p:nvSpPr>
          <p:cNvPr id="672" name="Shape 2"/>
          <p:cNvSpPr/>
          <p:nvPr/>
        </p:nvSpPr>
        <p:spPr>
          <a:xfrm>
            <a:off x="640080" y="2011680"/>
            <a:ext cx="2056680" cy="1462320"/>
          </a:xfrm>
          <a:prstGeom prst="roundRect">
            <a:avLst>
              <a:gd name="adj" fmla="val 7500"/>
            </a:avLst>
          </a:prstGeom>
          <a:solidFill>
            <a:schemeClr val="tx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673" name="Shape 3"/>
          <p:cNvSpPr/>
          <p:nvPr/>
        </p:nvSpPr>
        <p:spPr>
          <a:xfrm>
            <a:off x="822960" y="2176200"/>
            <a:ext cx="365040" cy="3650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674" name="Text 4"/>
          <p:cNvSpPr/>
          <p:nvPr/>
        </p:nvSpPr>
        <p:spPr>
          <a:xfrm>
            <a:off x="822960" y="2176200"/>
            <a:ext cx="36504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chemeClr val="dk1"/>
                </a:solidFill>
                <a:latin typeface="Calibri"/>
              </a:rPr>
              <a:t>1</a:t>
            </a:r>
            <a:endParaRPr lang="en-US" sz="1400" b="0" strike="noStrike" spc="-1">
              <a:solidFill>
                <a:srgbClr val="FFFFFF"/>
              </a:solidFill>
              <a:latin typeface="Arial"/>
            </a:endParaRPr>
          </a:p>
        </p:txBody>
      </p:sp>
      <p:sp>
        <p:nvSpPr>
          <p:cNvPr id="675" name="Text 5"/>
          <p:cNvSpPr/>
          <p:nvPr/>
        </p:nvSpPr>
        <p:spPr>
          <a:xfrm>
            <a:off x="822960" y="2651760"/>
            <a:ext cx="173664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700" b="1" strike="noStrike" spc="-1">
                <a:solidFill>
                  <a:schemeClr val="lt1"/>
                </a:solidFill>
                <a:latin typeface="Calibri"/>
              </a:rPr>
              <a:t>Producto</a:t>
            </a:r>
            <a:endParaRPr lang="en-US" sz="1700" b="0" strike="noStrike" spc="-1">
              <a:solidFill>
                <a:srgbClr val="FFFFFF"/>
              </a:solidFill>
              <a:latin typeface="Arial"/>
            </a:endParaRPr>
          </a:p>
        </p:txBody>
      </p:sp>
      <p:sp>
        <p:nvSpPr>
          <p:cNvPr id="676" name="Text 6"/>
          <p:cNvSpPr/>
          <p:nvPr/>
        </p:nvSpPr>
        <p:spPr>
          <a:xfrm>
            <a:off x="822960" y="2990160"/>
            <a:ext cx="173664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strike="noStrike" spc="-1">
                <a:solidFill>
                  <a:schemeClr val="accent6"/>
                </a:solidFill>
                <a:latin typeface="Calibri"/>
              </a:rPr>
              <a:t>Qué guardamos</a:t>
            </a:r>
            <a:endParaRPr lang="en-US" sz="1200" b="0" strike="noStrike" spc="-1">
              <a:solidFill>
                <a:srgbClr val="FFFFFF"/>
              </a:solidFill>
              <a:latin typeface="Arial"/>
            </a:endParaRPr>
          </a:p>
        </p:txBody>
      </p:sp>
      <p:sp>
        <p:nvSpPr>
          <p:cNvPr id="677" name="Shape 7"/>
          <p:cNvSpPr/>
          <p:nvPr/>
        </p:nvSpPr>
        <p:spPr>
          <a:xfrm>
            <a:off x="2898720" y="2011680"/>
            <a:ext cx="2056680" cy="1462320"/>
          </a:xfrm>
          <a:prstGeom prst="roundRect">
            <a:avLst>
              <a:gd name="adj" fmla="val 7500"/>
            </a:avLst>
          </a:prstGeom>
          <a:solidFill>
            <a:schemeClr val="tx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678" name="Shape 8"/>
          <p:cNvSpPr/>
          <p:nvPr/>
        </p:nvSpPr>
        <p:spPr>
          <a:xfrm>
            <a:off x="3081600" y="2176200"/>
            <a:ext cx="365040" cy="365040"/>
          </a:xfrm>
          <a:prstGeom prst="ellipse">
            <a:avLst/>
          </a:prstGeom>
          <a:solidFill>
            <a:schemeClr val="accent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679" name="Text 9"/>
          <p:cNvSpPr/>
          <p:nvPr/>
        </p:nvSpPr>
        <p:spPr>
          <a:xfrm>
            <a:off x="3081600" y="2176200"/>
            <a:ext cx="36504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chemeClr val="dk1"/>
                </a:solidFill>
                <a:latin typeface="Calibri"/>
              </a:rPr>
              <a:t>2</a:t>
            </a:r>
            <a:endParaRPr lang="en-US" sz="1400" b="0" strike="noStrike" spc="-1">
              <a:solidFill>
                <a:srgbClr val="FFFFFF"/>
              </a:solidFill>
              <a:latin typeface="Arial"/>
            </a:endParaRPr>
          </a:p>
        </p:txBody>
      </p:sp>
      <p:sp>
        <p:nvSpPr>
          <p:cNvPr id="680" name="Text 10"/>
          <p:cNvSpPr/>
          <p:nvPr/>
        </p:nvSpPr>
        <p:spPr>
          <a:xfrm>
            <a:off x="3081600" y="2651760"/>
            <a:ext cx="173664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700" b="1" strike="noStrike" spc="-1">
                <a:solidFill>
                  <a:schemeClr val="lt1"/>
                </a:solidFill>
                <a:latin typeface="Calibri"/>
              </a:rPr>
              <a:t>ArrayList</a:t>
            </a:r>
            <a:endParaRPr lang="en-US" sz="1700" b="0" strike="noStrike" spc="-1">
              <a:solidFill>
                <a:srgbClr val="FFFFFF"/>
              </a:solidFill>
              <a:latin typeface="Arial"/>
            </a:endParaRPr>
          </a:p>
        </p:txBody>
      </p:sp>
      <p:sp>
        <p:nvSpPr>
          <p:cNvPr id="681" name="Text 11"/>
          <p:cNvSpPr/>
          <p:nvPr/>
        </p:nvSpPr>
        <p:spPr>
          <a:xfrm>
            <a:off x="3081600" y="2990160"/>
            <a:ext cx="173664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strike="noStrike" spc="-1">
                <a:solidFill>
                  <a:schemeClr val="accent6"/>
                </a:solidFill>
                <a:latin typeface="Calibri"/>
              </a:rPr>
              <a:t>Dónde lo guardamos, y crece solo</a:t>
            </a:r>
            <a:endParaRPr lang="en-US" sz="1200" b="0" strike="noStrike" spc="-1">
              <a:solidFill>
                <a:srgbClr val="FFFFFF"/>
              </a:solidFill>
              <a:latin typeface="Arial"/>
            </a:endParaRPr>
          </a:p>
        </p:txBody>
      </p:sp>
      <p:sp>
        <p:nvSpPr>
          <p:cNvPr id="682" name="Shape 12"/>
          <p:cNvSpPr/>
          <p:nvPr/>
        </p:nvSpPr>
        <p:spPr>
          <a:xfrm>
            <a:off x="5157360" y="2011680"/>
            <a:ext cx="2056680" cy="1462320"/>
          </a:xfrm>
          <a:prstGeom prst="roundRect">
            <a:avLst>
              <a:gd name="adj" fmla="val 7500"/>
            </a:avLst>
          </a:prstGeom>
          <a:solidFill>
            <a:schemeClr val="tx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683" name="Shape 13"/>
          <p:cNvSpPr/>
          <p:nvPr/>
        </p:nvSpPr>
        <p:spPr>
          <a:xfrm>
            <a:off x="5340240" y="2176200"/>
            <a:ext cx="365040" cy="36504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684" name="Text 14"/>
          <p:cNvSpPr/>
          <p:nvPr/>
        </p:nvSpPr>
        <p:spPr>
          <a:xfrm>
            <a:off x="5340240" y="2176200"/>
            <a:ext cx="36504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chemeClr val="dk1"/>
                </a:solidFill>
                <a:latin typeface="Calibri"/>
              </a:rPr>
              <a:t>3</a:t>
            </a:r>
            <a:endParaRPr lang="en-US" sz="1400" b="0" strike="noStrike" spc="-1">
              <a:solidFill>
                <a:srgbClr val="FFFFFF"/>
              </a:solidFill>
              <a:latin typeface="Arial"/>
            </a:endParaRPr>
          </a:p>
        </p:txBody>
      </p:sp>
      <p:sp>
        <p:nvSpPr>
          <p:cNvPr id="685" name="Text 15"/>
          <p:cNvSpPr/>
          <p:nvPr/>
        </p:nvSpPr>
        <p:spPr>
          <a:xfrm>
            <a:off x="5340240" y="2651760"/>
            <a:ext cx="173664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700" b="1" strike="noStrike" spc="-1">
                <a:solidFill>
                  <a:schemeClr val="lt1"/>
                </a:solidFill>
                <a:latin typeface="Calibri"/>
              </a:rPr>
              <a:t>Gestor</a:t>
            </a:r>
            <a:endParaRPr lang="en-US" sz="1700" b="0" strike="noStrike" spc="-1">
              <a:solidFill>
                <a:srgbClr val="FFFFFF"/>
              </a:solidFill>
              <a:latin typeface="Arial"/>
            </a:endParaRPr>
          </a:p>
        </p:txBody>
      </p:sp>
      <p:sp>
        <p:nvSpPr>
          <p:cNvPr id="686" name="Text 16"/>
          <p:cNvSpPr/>
          <p:nvPr/>
        </p:nvSpPr>
        <p:spPr>
          <a:xfrm>
            <a:off x="5340240" y="2990160"/>
            <a:ext cx="173664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strike="noStrike" spc="-1">
                <a:solidFill>
                  <a:schemeClr val="accent6"/>
                </a:solidFill>
                <a:latin typeface="Calibri"/>
              </a:rPr>
              <a:t>Las 5 funcionalidades</a:t>
            </a:r>
            <a:endParaRPr lang="en-US" sz="1200" b="0" strike="noStrike" spc="-1">
              <a:solidFill>
                <a:srgbClr val="FFFFFF"/>
              </a:solidFill>
              <a:latin typeface="Arial"/>
            </a:endParaRPr>
          </a:p>
        </p:txBody>
      </p:sp>
      <p:sp>
        <p:nvSpPr>
          <p:cNvPr id="687" name="Shape 17"/>
          <p:cNvSpPr/>
          <p:nvPr/>
        </p:nvSpPr>
        <p:spPr>
          <a:xfrm>
            <a:off x="7415640" y="2011680"/>
            <a:ext cx="2056680" cy="1462320"/>
          </a:xfrm>
          <a:prstGeom prst="roundRect">
            <a:avLst>
              <a:gd name="adj" fmla="val 7500"/>
            </a:avLst>
          </a:prstGeom>
          <a:solidFill>
            <a:schemeClr val="tx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688" name="Shape 18"/>
          <p:cNvSpPr/>
          <p:nvPr/>
        </p:nvSpPr>
        <p:spPr>
          <a:xfrm>
            <a:off x="7598520" y="2176200"/>
            <a:ext cx="365040" cy="365040"/>
          </a:xfrm>
          <a:prstGeom prst="ellipse">
            <a:avLst/>
          </a:prstGeom>
          <a:solidFill>
            <a:schemeClr val="accent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689" name="Text 19"/>
          <p:cNvSpPr/>
          <p:nvPr/>
        </p:nvSpPr>
        <p:spPr>
          <a:xfrm>
            <a:off x="7598520" y="2176200"/>
            <a:ext cx="36504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chemeClr val="dk1"/>
                </a:solidFill>
                <a:latin typeface="Calibri"/>
              </a:rPr>
              <a:t>4</a:t>
            </a:r>
            <a:endParaRPr lang="en-US" sz="1400" b="0" strike="noStrike" spc="-1">
              <a:solidFill>
                <a:srgbClr val="FFFFFF"/>
              </a:solidFill>
              <a:latin typeface="Arial"/>
            </a:endParaRPr>
          </a:p>
        </p:txBody>
      </p:sp>
      <p:sp>
        <p:nvSpPr>
          <p:cNvPr id="690" name="Text 20"/>
          <p:cNvSpPr/>
          <p:nvPr/>
        </p:nvSpPr>
        <p:spPr>
          <a:xfrm>
            <a:off x="7598520" y="2651760"/>
            <a:ext cx="173664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700" b="1" strike="noStrike" spc="-1">
                <a:solidFill>
                  <a:schemeClr val="lt1"/>
                </a:solidFill>
                <a:latin typeface="Calibri"/>
              </a:rPr>
              <a:t>Main</a:t>
            </a:r>
            <a:endParaRPr lang="en-US" sz="1700" b="0" strike="noStrike" spc="-1">
              <a:solidFill>
                <a:srgbClr val="FFFFFF"/>
              </a:solidFill>
              <a:latin typeface="Arial"/>
            </a:endParaRPr>
          </a:p>
        </p:txBody>
      </p:sp>
      <p:sp>
        <p:nvSpPr>
          <p:cNvPr id="691" name="Text 21"/>
          <p:cNvSpPr/>
          <p:nvPr/>
        </p:nvSpPr>
        <p:spPr>
          <a:xfrm>
            <a:off x="7598520" y="2990160"/>
            <a:ext cx="173664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strike="noStrike" spc="-1">
                <a:solidFill>
                  <a:schemeClr val="accent6"/>
                </a:solidFill>
                <a:latin typeface="Calibri"/>
              </a:rPr>
              <a:t>Cómo lo usa una persona</a:t>
            </a:r>
            <a:endParaRPr lang="en-US" sz="1200" b="0" strike="noStrike" spc="-1">
              <a:solidFill>
                <a:srgbClr val="FFFFFF"/>
              </a:solidFill>
              <a:latin typeface="Arial"/>
            </a:endParaRPr>
          </a:p>
        </p:txBody>
      </p:sp>
      <p:sp>
        <p:nvSpPr>
          <p:cNvPr id="692" name="Shape 22"/>
          <p:cNvSpPr/>
          <p:nvPr/>
        </p:nvSpPr>
        <p:spPr>
          <a:xfrm>
            <a:off x="9674280" y="2011680"/>
            <a:ext cx="2056680" cy="1462320"/>
          </a:xfrm>
          <a:prstGeom prst="roundRect">
            <a:avLst>
              <a:gd name="adj" fmla="val 7500"/>
            </a:avLst>
          </a:prstGeom>
          <a:solidFill>
            <a:schemeClr val="tx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FFFFFF"/>
              </a:solidFill>
              <a:latin typeface="Arial"/>
            </a:endParaRPr>
          </a:p>
        </p:txBody>
      </p:sp>
      <p:sp>
        <p:nvSpPr>
          <p:cNvPr id="693" name="Shape 23"/>
          <p:cNvSpPr/>
          <p:nvPr/>
        </p:nvSpPr>
        <p:spPr>
          <a:xfrm>
            <a:off x="9857160" y="2176200"/>
            <a:ext cx="365040" cy="365040"/>
          </a:xfrm>
          <a:prstGeom prst="ellipse">
            <a:avLst/>
          </a:prstGeom>
          <a:solidFill>
            <a:schemeClr val="accent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rgbClr val="000000"/>
              </a:solidFill>
              <a:latin typeface="Arial"/>
            </a:endParaRPr>
          </a:p>
        </p:txBody>
      </p:sp>
      <p:sp>
        <p:nvSpPr>
          <p:cNvPr id="694" name="Text 24"/>
          <p:cNvSpPr/>
          <p:nvPr/>
        </p:nvSpPr>
        <p:spPr>
          <a:xfrm>
            <a:off x="9857160" y="2176200"/>
            <a:ext cx="36504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chemeClr val="dk1"/>
                </a:solidFill>
                <a:latin typeface="Calibri"/>
              </a:rPr>
              <a:t>5</a:t>
            </a:r>
            <a:endParaRPr lang="en-US" sz="1400" b="0" strike="noStrike" spc="-1">
              <a:solidFill>
                <a:srgbClr val="FFFFFF"/>
              </a:solidFill>
              <a:latin typeface="Arial"/>
            </a:endParaRPr>
          </a:p>
        </p:txBody>
      </p:sp>
      <p:sp>
        <p:nvSpPr>
          <p:cNvPr id="695" name="Text 25"/>
          <p:cNvSpPr/>
          <p:nvPr/>
        </p:nvSpPr>
        <p:spPr>
          <a:xfrm>
            <a:off x="9857160" y="2651760"/>
            <a:ext cx="173664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700" b="1" strike="noStrike" spc="-1">
                <a:solidFill>
                  <a:schemeClr val="lt1"/>
                </a:solidFill>
                <a:latin typeface="Calibri"/>
              </a:rPr>
              <a:t>Pruebas</a:t>
            </a:r>
            <a:endParaRPr lang="en-US" sz="1700" b="0" strike="noStrike" spc="-1">
              <a:solidFill>
                <a:srgbClr val="FFFFFF"/>
              </a:solidFill>
              <a:latin typeface="Arial"/>
            </a:endParaRPr>
          </a:p>
        </p:txBody>
      </p:sp>
      <p:sp>
        <p:nvSpPr>
          <p:cNvPr id="696" name="Text 26"/>
          <p:cNvSpPr/>
          <p:nvPr/>
        </p:nvSpPr>
        <p:spPr>
          <a:xfrm>
            <a:off x="9857160" y="2990160"/>
            <a:ext cx="173664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strike="noStrike" spc="-1">
                <a:solidFill>
                  <a:schemeClr val="accent6"/>
                </a:solidFill>
                <a:latin typeface="Calibri"/>
              </a:rPr>
              <a:t>14 casos que lo comprueban</a:t>
            </a:r>
            <a:endParaRPr lang="en-US" sz="1200" b="0" strike="noStrike" spc="-1">
              <a:solidFill>
                <a:srgbClr val="FFFFFF"/>
              </a:solidFill>
              <a:latin typeface="Arial"/>
            </a:endParaRPr>
          </a:p>
        </p:txBody>
      </p:sp>
      <p:sp>
        <p:nvSpPr>
          <p:cNvPr id="697" name="Text 27"/>
          <p:cNvSpPr/>
          <p:nvPr/>
        </p:nvSpPr>
        <p:spPr>
          <a:xfrm>
            <a:off x="640080" y="3794760"/>
            <a:ext cx="54856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rgbClr val="FFFFFF"/>
              </a:solidFill>
              <a:latin typeface="Arial"/>
            </a:endParaRPr>
          </a:p>
        </p:txBody>
      </p:sp>
      <p:sp>
        <p:nvSpPr>
          <p:cNvPr id="698" name="Text 28"/>
          <p:cNvSpPr/>
          <p:nvPr/>
        </p:nvSpPr>
        <p:spPr>
          <a:xfrm>
            <a:off x="640080" y="4160520"/>
            <a:ext cx="5668560" cy="164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spcAft>
                <a:spcPts val="601"/>
              </a:spcAft>
            </a:pPr>
            <a:endParaRPr lang="en-US" sz="1800" b="0" strike="noStrike" spc="-1">
              <a:solidFill>
                <a:srgbClr val="FFFFFF"/>
              </a:solidFill>
              <a:latin typeface="Arial"/>
            </a:endParaRPr>
          </a:p>
        </p:txBody>
      </p:sp>
      <p:sp>
        <p:nvSpPr>
          <p:cNvPr id="699" name="Text 30"/>
          <p:cNvSpPr/>
          <p:nvPr/>
        </p:nvSpPr>
        <p:spPr>
          <a:xfrm>
            <a:off x="6903720" y="3794760"/>
            <a:ext cx="4525560" cy="1233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rgbClr val="FFFFFF"/>
              </a:solidFill>
              <a:latin typeface="Arial"/>
            </a:endParaRPr>
          </a:p>
        </p:txBody>
      </p:sp>
      <p:sp>
        <p:nvSpPr>
          <p:cNvPr id="700" name="Text 31"/>
          <p:cNvSpPr/>
          <p:nvPr/>
        </p:nvSpPr>
        <p:spPr>
          <a:xfrm>
            <a:off x="6675120" y="5212080"/>
            <a:ext cx="4964400" cy="822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200" b="1" strike="noStrike" spc="-1">
                <a:solidFill>
                  <a:schemeClr val="accent2"/>
                </a:solidFill>
                <a:latin typeface="Calibri"/>
              </a:rPr>
              <a:t>     ¿Preguntas?</a:t>
            </a:r>
            <a:endParaRPr lang="en-US" sz="4200" b="0" strike="noStrike" spc="-1">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p15="http://schemas.microsoft.com/office/powerpoint/2012/main" xmlns="">
      <p:transition/>
    </mc:Fallback>
  </mc:AlternateContent>
  <p:timing>
    <p:tnLst>
      <p:par>
        <p:cTn id="1" dur="indefinite" restart="never" nodeType="tmRoot"/>
      </p:par>
    </p:tnLst>
  </p:timing>
</p:sld>
</file>

<file path=ppt/theme/theme1.xml><?xml version="1.0" encoding="utf-8"?>
<a:theme xmlns:a="http://schemas.openxmlformats.org/drawingml/2006/main" name="TechMarket">
  <a:themeElements>
    <a:clrScheme name="TechMarket">
      <a:dk1>
        <a:srgbClr val="1E1B4B"/>
      </a:dk1>
      <a:lt1>
        <a:srgbClr val="FFFFFF"/>
      </a:lt1>
      <a:dk2>
        <a:srgbClr val="2B2766"/>
      </a:dk2>
      <a:lt2>
        <a:srgbClr val="EEEBFF"/>
      </a:lt2>
      <a:accent1>
        <a:srgbClr val="6C47FF"/>
      </a:accent1>
      <a:accent2>
        <a:srgbClr val="FFC93C"/>
      </a:accent2>
      <a:accent3>
        <a:srgbClr val="1DBF9F"/>
      </a:accent3>
      <a:accent4>
        <a:srgbClr val="FF6B6B"/>
      </a:accent4>
      <a:accent5>
        <a:srgbClr val="7A7FA8"/>
      </a:accent5>
      <a:accent6>
        <a:srgbClr val="B8A9FF"/>
      </a:accent6>
      <a:hlink>
        <a:srgbClr val="6C47FF"/>
      </a:hlink>
      <a:folHlink>
        <a:srgbClr val="7A7FA8"/>
      </a:folHlink>
    </a:clrScheme>
    <a:fontScheme name="TechMarket">
      <a:majorFont>
        <a:latin typeface="Cambria"/>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TechMarket">
  <a:themeElements>
    <a:clrScheme name="TechMarket">
      <a:dk1>
        <a:srgbClr val="1E1B4B"/>
      </a:dk1>
      <a:lt1>
        <a:srgbClr val="FFFFFF"/>
      </a:lt1>
      <a:dk2>
        <a:srgbClr val="2B2766"/>
      </a:dk2>
      <a:lt2>
        <a:srgbClr val="EEEBFF"/>
      </a:lt2>
      <a:accent1>
        <a:srgbClr val="6C47FF"/>
      </a:accent1>
      <a:accent2>
        <a:srgbClr val="FFC93C"/>
      </a:accent2>
      <a:accent3>
        <a:srgbClr val="1DBF9F"/>
      </a:accent3>
      <a:accent4>
        <a:srgbClr val="FF6B6B"/>
      </a:accent4>
      <a:accent5>
        <a:srgbClr val="7A7FA8"/>
      </a:accent5>
      <a:accent6>
        <a:srgbClr val="B8A9FF"/>
      </a:accent6>
      <a:hlink>
        <a:srgbClr val="6C47FF"/>
      </a:hlink>
      <a:folHlink>
        <a:srgbClr val="7A7FA8"/>
      </a:folHlink>
    </a:clrScheme>
    <a:fontScheme name="TechMarket">
      <a:majorFont>
        <a:latin typeface="Cambria"/>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TechMarket">
  <a:themeElements>
    <a:clrScheme name="TechMarket">
      <a:dk1>
        <a:srgbClr val="1E1B4B"/>
      </a:dk1>
      <a:lt1>
        <a:srgbClr val="FFFFFF"/>
      </a:lt1>
      <a:dk2>
        <a:srgbClr val="2B2766"/>
      </a:dk2>
      <a:lt2>
        <a:srgbClr val="EEEBFF"/>
      </a:lt2>
      <a:accent1>
        <a:srgbClr val="6C47FF"/>
      </a:accent1>
      <a:accent2>
        <a:srgbClr val="FFC93C"/>
      </a:accent2>
      <a:accent3>
        <a:srgbClr val="1DBF9F"/>
      </a:accent3>
      <a:accent4>
        <a:srgbClr val="FF6B6B"/>
      </a:accent4>
      <a:accent5>
        <a:srgbClr val="7A7FA8"/>
      </a:accent5>
      <a:accent6>
        <a:srgbClr val="B8A9FF"/>
      </a:accent6>
      <a:hlink>
        <a:srgbClr val="6C47FF"/>
      </a:hlink>
      <a:folHlink>
        <a:srgbClr val="7A7FA8"/>
      </a:folHlink>
    </a:clrScheme>
    <a:fontScheme name="TechMarket">
      <a:majorFont>
        <a:latin typeface="Cambria"/>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2502</TotalTime>
  <Words>3707</Words>
  <Application>Microsoft Office PowerPoint</Application>
  <PresentationFormat>Panorámica</PresentationFormat>
  <Paragraphs>547</Paragraphs>
  <Slides>17</Slides>
  <Notes>17</Notes>
  <HiddenSlides>0</HiddenSlides>
  <MMClips>0</MMClips>
  <ScaleCrop>false</ScaleCrop>
  <HeadingPairs>
    <vt:vector size="6" baseType="variant">
      <vt:variant>
        <vt:lpstr>Fuentes usadas</vt:lpstr>
      </vt:variant>
      <vt:variant>
        <vt:i4>8</vt:i4>
      </vt:variant>
      <vt:variant>
        <vt:lpstr>Tema</vt:lpstr>
      </vt:variant>
      <vt:variant>
        <vt:i4>3</vt:i4>
      </vt:variant>
      <vt:variant>
        <vt:lpstr>Títulos de diapositiva</vt:lpstr>
      </vt:variant>
      <vt:variant>
        <vt:i4>17</vt:i4>
      </vt:variant>
    </vt:vector>
  </HeadingPairs>
  <TitlesOfParts>
    <vt:vector size="28" baseType="lpstr">
      <vt:lpstr>Arial</vt:lpstr>
      <vt:lpstr>Calibri</vt:lpstr>
      <vt:lpstr>Cambria</vt:lpstr>
      <vt:lpstr>Courier New</vt:lpstr>
      <vt:lpstr>DejaVu Sans</vt:lpstr>
      <vt:lpstr>Symbol</vt:lpstr>
      <vt:lpstr>Times New Roman</vt:lpstr>
      <vt:lpstr>Wingdings</vt:lpstr>
      <vt:lpstr>TechMarket</vt:lpstr>
      <vt:lpstr>TechMarket</vt:lpstr>
      <vt:lpstr>TechMarket</vt:lpstr>
      <vt:lpstr>Tienda en Línea “TechMarket”</vt:lpstr>
      <vt:lpstr>Planteamiento del problema</vt:lpstr>
      <vt:lpstr>Requerimientos del sistema</vt:lpstr>
      <vt:lpstr>Nuestra solución propuesta</vt:lpstr>
      <vt:lpstr>Producto: lo que se vende</vt:lpstr>
      <vt:lpstr>List&lt;E&gt;: el contrato</vt:lpstr>
      <vt:lpstr>ArrayList&lt;E&gt;: la lista hecha por nosotros</vt:lpstr>
      <vt:lpstr>GestorTechMarket: el cerebro</vt:lpstr>
      <vt:lpstr>Filtrar por precio</vt:lpstr>
      <vt:lpstr>Descuento por marca</vt:lpstr>
      <vt:lpstr>El producto más barato</vt:lpstr>
      <vt:lpstr>Cambiar el precio</vt:lpstr>
      <vt:lpstr>Promedio por marca</vt:lpstr>
      <vt:lpstr>Main: la puerta de entrada</vt:lpstr>
      <vt:lpstr>Probamos lo que debe funcionar</vt:lpstr>
      <vt:lpstr>Probamos lo que debe fallar</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TechMarket - Equipo 5</dc:title>
  <dc:subject>PptxGenJS Presentation</dc:subject>
  <dc:creator>PptxGenJS</dc:creator>
  <dc:description/>
  <cp:lastModifiedBy>Ñequita</cp:lastModifiedBy>
  <cp:revision>16</cp:revision>
  <dcterms:created xsi:type="dcterms:W3CDTF">2026-10-12T04:05:51Z</dcterms:created>
  <dcterms:modified xsi:type="dcterms:W3CDTF">2026-10-14T17:47:09Z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18</vt:i4>
  </property>
  <property fmtid="{D5CDD505-2E9C-101B-9397-08002B2CF9AE}" pid="3" name="PresentationFormat">
    <vt:lpwstr>Panorámica</vt:lpwstr>
  </property>
  <property fmtid="{D5CDD505-2E9C-101B-9397-08002B2CF9AE}" pid="4" name="Slides">
    <vt:i4>18</vt:i4>
  </property>
</Properties>
</file>